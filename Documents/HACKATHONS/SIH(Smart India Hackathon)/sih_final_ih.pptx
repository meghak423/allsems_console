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3" r:id="rId6"/>
    <p:sldId id="261" r:id="rId7"/>
  </p:sldIdLst>
  <p:sldSz cx="12192000" cy="6858000"/>
  <p:notesSz cx="6858000" cy="9144000"/>
  <p:embeddedFontLst>
    <p:embeddedFont>
      <p:font typeface="Bahnschrift" panose="020B0502040204020203" pitchFamily="34" charset="0"/>
      <p:regular r:id="rId9"/>
      <p:bold r:id="rId10"/>
    </p:embeddedFont>
    <p:embeddedFont>
      <p:font typeface="Oswald" panose="00000500000000000000" pitchFamily="2" charset="0"/>
      <p:regular r:id="rId11"/>
      <p:bold r:id="rId12"/>
    </p:embeddedFont>
    <p:embeddedFont>
      <p:font typeface="Roboto" panose="020000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558E8F4B-82A4-FE5C-6F68-59B2A708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9BFF538A-A32C-BFE0-889B-6C8792562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7395BECC-2613-584B-111F-056938244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ECFC11D4-1081-D7DF-1921-21DECDD802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3477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jarcce.com/wp-content/uploads/2025/05/IJARCCE.2025.14496.pdf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jestec.taylors.edu.my/Speccial%20Issue%20ICITE2021/Special%20issue%20ICITE21_04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jrpr.com/uploads/V6ISSUE6/IJRPR49263.pdf" TargetMode="External"/><Relationship Id="rId5" Type="http://schemas.openxmlformats.org/officeDocument/2006/relationships/hyperlink" Target="https://download.ssrn.com/2025/3/9/5171521.pdf?response-content-disposition=inline&amp;X-Amz-Security-Token=IQoJb3JpZ2luX2VjECwaCXVzLWVhc3QtMSJHMEUCIEf0AhPsBsgOGbHyV89NV4OfpNB4HcFUlDvtvUUcY1UtAiEAnm%2FdkEJTj%2ByNh9LgCQdhqCQSpuLfNp%2F%2F2JOIy0zoPqYqxwUIpf%2F%2F%2F%2F%2F%2F%2F%2F%2F%2FARAEGgwzMDg0NzUzMDEyNTciDJ3KG%2FfCQdLtU0eeuCqbBaXUnrr5k5KANFqFxTb2eflzSk0vuMuQ66cp%2Fbmi7c29Y4dNjfkAD8yj%2FmQ%2BT%2FiJwiNUNlSNXbs9jqfv4YTpOz0KrQqE9bOlH8mjQh8DD5FVHNpJTD7rcrV6wq7hf2%2BmhUZegfdh8uh%2FnzRdfKHmjqT2V7HuXBY%2FfdrDbmJItWVzoI7KLAIvsfse50WPSZ2shgrOCsF92kJUoyZCN3JqRRv%2BE%2FSxkLitaZvLB6A7e7b7H2wdSc72S4Hrp3YBz97vLYJbJ40RsD9Mcw%2B%2Bj9UptRVniBwDyVXKO5v75J8TnwAgIr5EzjPWJdsv8mu9If1dl58EzjUS0qLJFJP73rAuAd2hlKhyjOr45Qwhnj%2FASfx5JvnLK7sLVqQm%2BGrfUFYvAxbeg3zp03bNSWVpY3ira8Eum8EooUgOJH%2FdvEXgtTknTwBfP1dk3XCC0c%2Fy9yM7Fu72TvGdlOL46kdc3GNzUas6gTARyg4R%2F5b%2FFkbHbkYFH3tcV5fOKmZsMEEYpufyxDFC3Va1NhP61YnQJ7kDvqnYCBH3%2FnQuFHx%2BYWgKT8%2F8y31hVINqAgn4OSLp2p1xVvQGcj4xPBNiUrtcfLEk%2FUKYs1zd4bXhnTPDhAUf5tJA18hOihQIgmu4ndGadlC%2BjAay%2FQ4MJG%2FrvZCKvsouYKjGR3haq%2FM%2Bb9BbfHNUZ9eSNjF3YD%2BFy%2BSzBJFXcaHfUVU8ls1%2Badh%2BkkME0xXuD4VNcUjY9USy8RcAg3SLJ1E17YWRJoF5RPv1pO4cfPhhq9b7ktdKiLvj58inyTKERjaAaVm9ZWFkGzkrRrxAre9d9idrZmJfE%2Bd3L%2FccWODyI9l%2FTNts1l61C%2BowPzg4rChDuqJJJgH%2Bxzc9t1JLWY1WlDA9Z86qYTygdJEw9bWqxgY6sQGvPax6dZ3JM2XgqbYneZ9eM1KCv045OpGITNsFoBUgV%2BmUoxYddI5Q0kwGIj0IO5wtlwZsP8vd2t0%2BfA5IdhirrtervGFwz8mfwpOW5SyNy10pSods%2B4zFqt%2FafAZ%2BF41LFni4qx4c%2FoNUGPPnrBRhS2dUaRL0ESQbSIcSJ%2F7IjWWrDMuFtiFrTIH1y97jti%2F9NbBbMNkHvTh1CodYpxtS6ELfHeh8rX2ZveBhsa9xn4I%3D&amp;X-Amz-Algorithm=AWS4-HMAC-SHA256&amp;X-Amz-Date=20250917T124536Z&amp;X-Amz-SignedHeaders=host&amp;X-Amz-Expires=300&amp;X-Amz-Credential=ASIAUPUUPRWEWABU26J7%2F20250917%2Fus-east-1%2Fs3%2Faws4_request&amp;X-Amz-Signature=30feae7a1f4593f73dcca4b97d37f462039abce9b765df590f292d70e4604eba&amp;abstractId=5171521" TargetMode="External"/><Relationship Id="rId4" Type="http://schemas.openxmlformats.org/officeDocument/2006/relationships/hyperlink" Target="https://www.scirp.org/journal/paperinformation?paperid=126666" TargetMode="External"/><Relationship Id="rId9" Type="http://schemas.openxmlformats.org/officeDocument/2006/relationships/hyperlink" Target="https://rsisinternational.org/journals/ijriss/articles/the-role-of-technology-in-enhancing-tourist-safety-and-security-challenges-and-opportunit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988493" y="194617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Bahnschrift" panose="020B0502040204020203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>
                <a:solidFill>
                  <a:schemeClr val="dk1"/>
                </a:solidFill>
                <a:latin typeface="Bahnschrift" panose="020B0502040204020203" pitchFamily="34" charset="0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Bahnschrift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>
                <a:solidFill>
                  <a:schemeClr val="dk2"/>
                </a:solidFill>
                <a:latin typeface="Bahnschrift" panose="020B0502040204020203" pitchFamily="34" charset="0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Bahnschrift" panose="020B0502040204020203" pitchFamily="34" charset="0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-762" y="1605118"/>
            <a:ext cx="8847728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Problem Statement ID –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25002</a:t>
            </a:r>
            <a:endParaRPr sz="2000" b="0" i="0" u="none" strike="noStrike" cap="none" dirty="0">
              <a:solidFill>
                <a:srgbClr val="000000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Problem Statement Title-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Smart Tourist Safety Monitoring &amp; Incident Response System using Al, Geo-Fencing, and Blockchain-based Digital ID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Theme- 	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Travel &amp; Tourism</a:t>
            </a:r>
            <a:endParaRPr sz="2000" b="0" i="0" u="none" strike="noStrike" cap="none" dirty="0">
              <a:solidFill>
                <a:srgbClr val="000000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PS Category-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Software</a:t>
            </a:r>
            <a:endParaRPr sz="20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Team ID-</a:t>
            </a:r>
            <a:endParaRPr sz="2000" b="0" i="0" u="none" strike="noStrike" cap="none" dirty="0">
              <a:solidFill>
                <a:srgbClr val="000000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Team Name (Registered on portal)-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Stakelock</a:t>
            </a:r>
            <a:endParaRPr sz="20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</p:txBody>
      </p:sp>
      <p:pic>
        <p:nvPicPr>
          <p:cNvPr id="94" name="Google Shape;94;p13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154200" y="3654890"/>
            <a:ext cx="5787600" cy="254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4"/>
                </a:solidFill>
                <a:latin typeface="Bahnschrift" panose="020B0502040204020203" pitchFamily="34" charset="0"/>
                <a:sym typeface="Arial"/>
              </a:rPr>
              <a:t>How It Addresses the problem</a:t>
            </a:r>
            <a:endParaRPr dirty="0">
              <a:latin typeface="Bahnschrift" panose="020B0502040204020203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chemeClr val="accent4"/>
                </a:solidFill>
                <a:latin typeface="Bahnschrift" panose="020B0502040204020203" pitchFamily="34" charset="0"/>
                <a:sym typeface="Arial"/>
              </a:rPr>
              <a:t> 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Enables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real-time AI tracking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with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anomaly detection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in remote, high-risk areas.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Replaces manual tracking with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blockchain-secured, tamper-proof digital IDs.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Provides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multi-language support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and verified marketplace to prevent scams and aid foreign tourists.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Employs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AI-based behavioral analysis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for predictive, personalized tourist safety alerts.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Integrates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continuous SOS monitoring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with live camera/audio streaming for rapid emergency response.</a:t>
            </a:r>
            <a:endParaRPr dirty="0">
              <a:latin typeface="Bahnschrift" panose="020B0502040204020203" pitchFamily="34" charset="0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059550"/>
            <a:ext cx="5989201" cy="257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53734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 dirty="0" err="1">
                <a:latin typeface="Bahnschrift" panose="020B0502040204020203" pitchFamily="34" charset="0"/>
                <a:ea typeface="Arial"/>
                <a:cs typeface="Arial"/>
                <a:sym typeface="Arial"/>
              </a:rPr>
              <a:t>Samrakshanartham</a:t>
            </a:r>
            <a:r>
              <a:rPr lang="en-US" sz="24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 – Smart Tourist Safety, </a:t>
            </a:r>
            <a:br>
              <a:rPr lang="en-US" sz="24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</a:br>
            <a:r>
              <a:rPr lang="en-US" sz="24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Identity &amp; Incident Response Platform</a:t>
            </a:r>
            <a:endParaRPr sz="6600" dirty="0">
              <a:latin typeface="Bahnschrift" panose="020B0502040204020203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Bahnschrift" panose="020B0502040204020203" pitchFamily="34" charset="0"/>
              </a:rPr>
              <a:t>2</a:t>
            </a:fld>
            <a:endParaRPr b="1">
              <a:solidFill>
                <a:schemeClr val="lt1"/>
              </a:solidFill>
              <a:latin typeface="Bahnschrift" panose="020B0502040204020203" pitchFamily="34" charset="0"/>
            </a:endParaRPr>
          </a:p>
        </p:txBody>
      </p:sp>
      <p:sp>
        <p:nvSpPr>
          <p:cNvPr id="105" name="Google Shape;105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  <a:latin typeface="Bahnschrift" panose="020B0502040204020203" pitchFamily="34" charset="0"/>
              </a:rPr>
              <a:t>@SIH Idea submission- Template</a:t>
            </a:r>
            <a:endParaRPr>
              <a:solidFill>
                <a:schemeClr val="lt1"/>
              </a:solidFill>
              <a:latin typeface="Bahnschrift" panose="020B0502040204020203" pitchFamily="34" charset="0"/>
            </a:endParaRPr>
          </a:p>
        </p:txBody>
      </p:sp>
      <p:pic>
        <p:nvPicPr>
          <p:cNvPr id="106" name="Google Shape;106;p14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 descr="Your startup LOGO"/>
          <p:cNvSpPr/>
          <p:nvPr/>
        </p:nvSpPr>
        <p:spPr>
          <a:xfrm>
            <a:off x="329775" y="252250"/>
            <a:ext cx="16461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ea typeface="Calibri"/>
                <a:cs typeface="Calibri"/>
                <a:sym typeface="Calibri"/>
              </a:rPr>
              <a:t>Stakelock</a:t>
            </a:r>
            <a:endParaRPr sz="16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54200" y="1086717"/>
            <a:ext cx="5787600" cy="2416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4"/>
                </a:solidFill>
                <a:latin typeface="Bahnschrift" panose="020B0502040204020203" pitchFamily="34" charset="0"/>
                <a:sym typeface="Arial"/>
              </a:rPr>
              <a:t>Our proposed solution</a:t>
            </a:r>
            <a:endParaRPr dirty="0">
              <a:latin typeface="Bahnschrift" panose="020B0502040204020203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AI-powered tourist safety with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Digital Blockchain identity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Active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(real-time AI tracking + behavioral analysis)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&amp;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Passive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(QR-based check-ins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) respecting user choice and privacy.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One-touch SOS with 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continuous camera/audio monitoring until authority intervention.</a:t>
            </a:r>
            <a:endParaRPr sz="14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AI-Enhanced Geo-Fencing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with auto check-in alerts, zone notifications, and 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personalized behavioral tracking for each tourist</a:t>
            </a:r>
            <a:endParaRPr sz="14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Complete Ecosystem: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Transport, Multilingual Support, guides, marketplace, AR navigation, gamified rewards. 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356999" y="3790862"/>
            <a:ext cx="5835000" cy="264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4"/>
                </a:solidFill>
                <a:latin typeface="Bahnschrift" panose="020B0502040204020203" pitchFamily="34" charset="0"/>
                <a:sym typeface="Arial"/>
              </a:rPr>
              <a:t>Innovation and Uniqueness</a:t>
            </a:r>
            <a:endParaRPr dirty="0">
              <a:latin typeface="Bahnschrift" panose="020B0502040204020203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</a:t>
            </a:r>
            <a:endParaRPr sz="800" b="1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Live Evidence Streaming: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Continuous camera/microphone monitoring during SOS with admin-controlled termination.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Smart Geo-Fencing Engine: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Behavioral tracking using AI, Auto-generated alerts, zone-based notifications, and contextual safety recommendations.</a:t>
            </a:r>
            <a:endParaRPr dirty="0">
              <a:latin typeface="Bahnschrift" panose="020B0502040204020203" pitchFamily="34" charset="0"/>
            </a:endParaRPr>
          </a:p>
          <a:p>
            <a:pPr marL="285750" lvl="0" indent="-285750">
              <a:buSzPts val="1400"/>
              <a:buFont typeface="Arial"/>
              <a:buChar char="•"/>
            </a:pPr>
            <a:r>
              <a:rPr lang="en-US" b="1" dirty="0">
                <a:latin typeface="Bahnschrift" panose="020B0502040204020203" pitchFamily="34" charset="0"/>
              </a:rPr>
              <a:t>QR-based Checkpoints:</a:t>
            </a:r>
            <a:r>
              <a:rPr lang="en-US" dirty="0">
                <a:latin typeface="Bahnschrift" panose="020B0502040204020203" pitchFamily="34" charset="0"/>
              </a:rPr>
              <a:t> using QR codes for check-ins, offering a simple, non-intrusive alternative that avoids continuous tracking.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Community-Powered Safety: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Real-time crowd-sourced alerts with AI verification system.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AR-Enhanced Navigation: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Live camera overlays for safe routes, landmarks info, emergency beacons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53734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>
                <a:latin typeface="Bahnschrift" panose="020B0502040204020203" pitchFamily="34" charset="0"/>
                <a:ea typeface="Times New Roman"/>
                <a:cs typeface="Times New Roman"/>
                <a:sym typeface="Times New Roman"/>
              </a:rPr>
              <a:t>TECHNICAL APPROACH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629355" y="1095375"/>
            <a:ext cx="2562644" cy="467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Tech Stack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Mobile: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Flutter (real-time streaming, offline-first)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Backend: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Supabase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(PostgreSQL +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PostGIS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),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FastAPI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 (Python), Node.js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Blockchain: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Solidity smart contracts</a:t>
            </a:r>
            <a:b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</a:b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AI/ML: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Python, TensorFlow (anomaly detection, behavior &amp; geo-learning)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Geo-Fencing: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Polygon detection with behavioral tracking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Analytics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: Real-time processing for visitor insights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Streaming: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WebRTC, RTMP, Flutter native camera integration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Bahnschrift" panose="020B0502040204020203" pitchFamily="34" charset="0"/>
              </a:rPr>
              <a:t>3</a:t>
            </a:fld>
            <a:endParaRPr b="1">
              <a:solidFill>
                <a:schemeClr val="lt1"/>
              </a:solidFill>
              <a:latin typeface="Bahnschrift" panose="020B0502040204020203" pitchFamily="34" charset="0"/>
            </a:endParaRPr>
          </a:p>
        </p:txBody>
      </p:sp>
      <p:sp>
        <p:nvSpPr>
          <p:cNvPr id="119" name="Google Shape;119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  <a:latin typeface="Bahnschrift" panose="020B0502040204020203" pitchFamily="34" charset="0"/>
              </a:rPr>
              <a:t>@SIH Idea submission- Template</a:t>
            </a:r>
            <a:endParaRPr>
              <a:solidFill>
                <a:schemeClr val="lt1"/>
              </a:solidFill>
              <a:latin typeface="Bahnschrift" panose="020B0502040204020203" pitchFamily="34" charset="0"/>
            </a:endParaRPr>
          </a:p>
        </p:txBody>
      </p:sp>
      <p:sp>
        <p:nvSpPr>
          <p:cNvPr id="120" name="Google Shape;120;p15" descr="Your startup LOGO"/>
          <p:cNvSpPr/>
          <p:nvPr/>
        </p:nvSpPr>
        <p:spPr>
          <a:xfrm>
            <a:off x="329775" y="252250"/>
            <a:ext cx="16461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ea typeface="Calibri"/>
                <a:cs typeface="Calibri"/>
                <a:sym typeface="Calibri"/>
              </a:rPr>
              <a:t>Stakelock</a:t>
            </a:r>
            <a:endParaRPr sz="16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0" y="5122861"/>
            <a:ext cx="928467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Analytics &amp; Decision Making Features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Behavioral Insights: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Real-time analysis of popular zones, average dwell times, and visit frequency patterns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Space Optimization: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Dynamic space utilization analysis for optimal resource allocation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Resource Allocation: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Data-driven staffing, signage, and amenity deployment based on visitor flow</a:t>
            </a:r>
            <a:endParaRPr dirty="0">
              <a:latin typeface="Bahnschrift" panose="020B0502040204020203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Bottleneck Identification: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 AI-powered detection and resolution of operational inefficiencies</a:t>
            </a:r>
            <a:endParaRPr dirty="0">
              <a:latin typeface="Bahnschrift" panose="020B05020402040202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C49D40-48E5-F667-8186-13356F920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0" y="1095375"/>
            <a:ext cx="9569797" cy="375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>
            <a:off x="33517" y="-5759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>
                <a:latin typeface="Bahnschrift" panose="020B0502040204020203" pitchFamily="34" charset="0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Bahnschrift" panose="020B0502040204020203" pitchFamily="34" charset="0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Bahnschrift" panose="020B0502040204020203" pitchFamily="34" charset="0"/>
              <a:sym typeface="Oswald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Bahnschrift" panose="020B0502040204020203" pitchFamily="34" charset="0"/>
                <a:sym typeface="Oswald"/>
              </a:rPr>
              <a:t>@SIH Idea submission- Template</a:t>
            </a:r>
            <a:endParaRPr sz="1200" b="0" i="0" u="none" strike="noStrike" cap="none" dirty="0">
              <a:solidFill>
                <a:srgbClr val="FFFFFF"/>
              </a:solidFill>
              <a:latin typeface="Bahnschrift" panose="020B0502040204020203" pitchFamily="34" charset="0"/>
              <a:sym typeface="Oswald"/>
            </a:endParaRPr>
          </a:p>
        </p:txBody>
      </p:sp>
      <p:pic>
        <p:nvPicPr>
          <p:cNvPr id="132" name="Google Shape;132;p1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 descr="Your startup LOGO"/>
          <p:cNvSpPr/>
          <p:nvPr/>
        </p:nvSpPr>
        <p:spPr>
          <a:xfrm>
            <a:off x="329775" y="252250"/>
            <a:ext cx="16461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ea typeface="Calibri"/>
                <a:cs typeface="Calibri"/>
                <a:sym typeface="Calibri"/>
              </a:rPr>
              <a:t>Stakelock</a:t>
            </a:r>
            <a:endParaRPr sz="16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76A680-F8BD-6597-7DB9-E546E16371A5}"/>
              </a:ext>
            </a:extLst>
          </p:cNvPr>
          <p:cNvSpPr/>
          <p:nvPr/>
        </p:nvSpPr>
        <p:spPr>
          <a:xfrm>
            <a:off x="6752491" y="4170069"/>
            <a:ext cx="1065973" cy="17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Bahnschrift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35FCA4-FF5A-964A-E92A-70C481E2398E}"/>
              </a:ext>
            </a:extLst>
          </p:cNvPr>
          <p:cNvSpPr/>
          <p:nvPr/>
        </p:nvSpPr>
        <p:spPr>
          <a:xfrm>
            <a:off x="6722347" y="4330843"/>
            <a:ext cx="1065973" cy="17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Bahnschrift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0DF652-DE65-A026-E834-8A94ED887849}"/>
              </a:ext>
            </a:extLst>
          </p:cNvPr>
          <p:cNvSpPr/>
          <p:nvPr/>
        </p:nvSpPr>
        <p:spPr>
          <a:xfrm>
            <a:off x="6430412" y="5926035"/>
            <a:ext cx="1065973" cy="17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Bahnschrift" panose="020B0502040204020203" pitchFamily="34" charset="0"/>
            </a:endParaRP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927ED1C-A1EC-0C08-32D9-F75D34553D6C}"/>
              </a:ext>
            </a:extLst>
          </p:cNvPr>
          <p:cNvGrpSpPr/>
          <p:nvPr/>
        </p:nvGrpSpPr>
        <p:grpSpPr>
          <a:xfrm>
            <a:off x="734193" y="1098973"/>
            <a:ext cx="5503396" cy="5131544"/>
            <a:chOff x="2194560" y="1303022"/>
            <a:chExt cx="4754880" cy="4700622"/>
          </a:xfrm>
        </p:grpSpPr>
        <p:sp>
          <p:nvSpPr>
            <p:cNvPr id="218" name="Rounded Rectangle 1">
              <a:extLst>
                <a:ext uri="{FF2B5EF4-FFF2-40B4-BE49-F238E27FC236}">
                  <a16:creationId xmlns:a16="http://schemas.microsoft.com/office/drawing/2014/main" id="{9CF89E8C-A19C-9648-7376-D137B14B5578}"/>
                </a:ext>
              </a:extLst>
            </p:cNvPr>
            <p:cNvSpPr/>
            <p:nvPr/>
          </p:nvSpPr>
          <p:spPr>
            <a:xfrm>
              <a:off x="2518756" y="1663241"/>
              <a:ext cx="1512916" cy="288174"/>
            </a:xfrm>
            <a:custGeom>
              <a:avLst/>
              <a:gdLst/>
              <a:ahLst/>
              <a:cxnLst/>
              <a:rect l="0" t="0" r="0" b="0"/>
              <a:pathLst>
                <a:path w="1512916" h="288174">
                  <a:moveTo>
                    <a:pt x="1512916" y="252152"/>
                  </a:moveTo>
                  <a:cubicBezTo>
                    <a:pt x="1512916" y="272048"/>
                    <a:pt x="1496790" y="288174"/>
                    <a:pt x="1476894" y="288174"/>
                  </a:cubicBezTo>
                  <a:lnTo>
                    <a:pt x="36021" y="288174"/>
                  </a:lnTo>
                  <a:cubicBezTo>
                    <a:pt x="16125" y="288174"/>
                    <a:pt x="0" y="272048"/>
                    <a:pt x="0" y="252152"/>
                  </a:cubicBezTo>
                  <a:lnTo>
                    <a:pt x="0" y="36021"/>
                  </a:lnTo>
                  <a:cubicBezTo>
                    <a:pt x="0" y="16125"/>
                    <a:pt x="16125" y="0"/>
                    <a:pt x="36021" y="0"/>
                  </a:cubicBezTo>
                  <a:lnTo>
                    <a:pt x="1476894" y="0"/>
                  </a:lnTo>
                  <a:cubicBezTo>
                    <a:pt x="1496790" y="0"/>
                    <a:pt x="1512916" y="16125"/>
                    <a:pt x="1512916" y="36021"/>
                  </a:cubicBezTo>
                  <a:lnTo>
                    <a:pt x="1512916" y="252152"/>
                  </a:lnTo>
                </a:path>
              </a:pathLst>
            </a:custGeom>
            <a:solidFill>
              <a:srgbClr val="8769F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19" name="Rounded Rectangle 2">
              <a:extLst>
                <a:ext uri="{FF2B5EF4-FFF2-40B4-BE49-F238E27FC236}">
                  <a16:creationId xmlns:a16="http://schemas.microsoft.com/office/drawing/2014/main" id="{351613FA-1385-80A2-20F9-286F8B6F12C7}"/>
                </a:ext>
              </a:extLst>
            </p:cNvPr>
            <p:cNvSpPr/>
            <p:nvPr/>
          </p:nvSpPr>
          <p:spPr>
            <a:xfrm>
              <a:off x="2518756" y="1663241"/>
              <a:ext cx="1512916" cy="288174"/>
            </a:xfrm>
            <a:custGeom>
              <a:avLst/>
              <a:gdLst/>
              <a:ahLst/>
              <a:cxnLst/>
              <a:rect l="0" t="0" r="0" b="0"/>
              <a:pathLst>
                <a:path w="1512916" h="288174">
                  <a:moveTo>
                    <a:pt x="36021" y="0"/>
                  </a:moveTo>
                  <a:cubicBezTo>
                    <a:pt x="16127" y="0"/>
                    <a:pt x="0" y="16127"/>
                    <a:pt x="0" y="36021"/>
                  </a:cubicBezTo>
                  <a:moveTo>
                    <a:pt x="36021" y="0"/>
                  </a:moveTo>
                  <a:lnTo>
                    <a:pt x="1476894" y="0"/>
                  </a:lnTo>
                  <a:moveTo>
                    <a:pt x="1476894" y="0"/>
                  </a:moveTo>
                  <a:cubicBezTo>
                    <a:pt x="1496788" y="0"/>
                    <a:pt x="1512916" y="16127"/>
                    <a:pt x="1512916" y="36021"/>
                  </a:cubicBezTo>
                  <a:moveTo>
                    <a:pt x="1512916" y="252152"/>
                  </a:moveTo>
                  <a:lnTo>
                    <a:pt x="1512916" y="36021"/>
                  </a:lnTo>
                  <a:moveTo>
                    <a:pt x="0" y="252152"/>
                  </a:moveTo>
                  <a:lnTo>
                    <a:pt x="0" y="36021"/>
                  </a:lnTo>
                  <a:moveTo>
                    <a:pt x="0" y="252152"/>
                  </a:moveTo>
                  <a:cubicBezTo>
                    <a:pt x="0" y="272046"/>
                    <a:pt x="16127" y="288174"/>
                    <a:pt x="36021" y="288174"/>
                  </a:cubicBezTo>
                  <a:moveTo>
                    <a:pt x="1476894" y="288174"/>
                  </a:moveTo>
                  <a:lnTo>
                    <a:pt x="36021" y="288174"/>
                  </a:lnTo>
                  <a:moveTo>
                    <a:pt x="1476894" y="288174"/>
                  </a:moveTo>
                  <a:cubicBezTo>
                    <a:pt x="1496788" y="288174"/>
                    <a:pt x="1512916" y="272046"/>
                    <a:pt x="1512916" y="252152"/>
                  </a:cubicBezTo>
                </a:path>
              </a:pathLst>
            </a:custGeom>
            <a:noFill/>
            <a:ln w="9005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0" name="Rounded Rectangle 3">
              <a:extLst>
                <a:ext uri="{FF2B5EF4-FFF2-40B4-BE49-F238E27FC236}">
                  <a16:creationId xmlns:a16="http://schemas.microsoft.com/office/drawing/2014/main" id="{A5755053-1BAD-2FEF-7184-749FE8280203}"/>
                </a:ext>
              </a:extLst>
            </p:cNvPr>
            <p:cNvSpPr/>
            <p:nvPr/>
          </p:nvSpPr>
          <p:spPr>
            <a:xfrm>
              <a:off x="4896196" y="1303022"/>
              <a:ext cx="1512916" cy="288174"/>
            </a:xfrm>
            <a:custGeom>
              <a:avLst/>
              <a:gdLst/>
              <a:ahLst/>
              <a:cxnLst/>
              <a:rect l="0" t="0" r="0" b="0"/>
              <a:pathLst>
                <a:path w="1512916" h="288174">
                  <a:moveTo>
                    <a:pt x="1512916" y="252152"/>
                  </a:moveTo>
                  <a:cubicBezTo>
                    <a:pt x="1512916" y="272048"/>
                    <a:pt x="1496790" y="288174"/>
                    <a:pt x="1476894" y="288174"/>
                  </a:cubicBezTo>
                  <a:lnTo>
                    <a:pt x="36021" y="288174"/>
                  </a:lnTo>
                  <a:cubicBezTo>
                    <a:pt x="16125" y="288174"/>
                    <a:pt x="0" y="272048"/>
                    <a:pt x="0" y="252152"/>
                  </a:cubicBezTo>
                  <a:lnTo>
                    <a:pt x="0" y="36021"/>
                  </a:lnTo>
                  <a:cubicBezTo>
                    <a:pt x="0" y="16125"/>
                    <a:pt x="16125" y="0"/>
                    <a:pt x="36021" y="0"/>
                  </a:cubicBezTo>
                  <a:lnTo>
                    <a:pt x="1476894" y="0"/>
                  </a:lnTo>
                  <a:cubicBezTo>
                    <a:pt x="1496790" y="0"/>
                    <a:pt x="1512916" y="16125"/>
                    <a:pt x="1512916" y="36021"/>
                  </a:cubicBezTo>
                  <a:lnTo>
                    <a:pt x="1512916" y="252152"/>
                  </a:lnTo>
                </a:path>
              </a:pathLst>
            </a:custGeom>
            <a:solidFill>
              <a:srgbClr val="F7943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1" name="Rounded Rectangle 4">
              <a:extLst>
                <a:ext uri="{FF2B5EF4-FFF2-40B4-BE49-F238E27FC236}">
                  <a16:creationId xmlns:a16="http://schemas.microsoft.com/office/drawing/2014/main" id="{7B4039EA-E63D-3E61-C2F9-78A03DE01186}"/>
                </a:ext>
              </a:extLst>
            </p:cNvPr>
            <p:cNvSpPr/>
            <p:nvPr/>
          </p:nvSpPr>
          <p:spPr>
            <a:xfrm>
              <a:off x="4896196" y="1303022"/>
              <a:ext cx="1512916" cy="288174"/>
            </a:xfrm>
            <a:custGeom>
              <a:avLst/>
              <a:gdLst/>
              <a:ahLst/>
              <a:cxnLst/>
              <a:rect l="0" t="0" r="0" b="0"/>
              <a:pathLst>
                <a:path w="1512916" h="288174">
                  <a:moveTo>
                    <a:pt x="36021" y="0"/>
                  </a:moveTo>
                  <a:cubicBezTo>
                    <a:pt x="16127" y="0"/>
                    <a:pt x="0" y="16127"/>
                    <a:pt x="0" y="36021"/>
                  </a:cubicBezTo>
                  <a:moveTo>
                    <a:pt x="36021" y="0"/>
                  </a:moveTo>
                  <a:lnTo>
                    <a:pt x="1476894" y="0"/>
                  </a:lnTo>
                  <a:moveTo>
                    <a:pt x="1476894" y="0"/>
                  </a:moveTo>
                  <a:cubicBezTo>
                    <a:pt x="1496788" y="0"/>
                    <a:pt x="1512916" y="16127"/>
                    <a:pt x="1512916" y="36021"/>
                  </a:cubicBezTo>
                  <a:moveTo>
                    <a:pt x="1512916" y="252152"/>
                  </a:moveTo>
                  <a:lnTo>
                    <a:pt x="1512916" y="36021"/>
                  </a:lnTo>
                  <a:moveTo>
                    <a:pt x="0" y="252152"/>
                  </a:moveTo>
                  <a:lnTo>
                    <a:pt x="0" y="36021"/>
                  </a:lnTo>
                  <a:moveTo>
                    <a:pt x="0" y="252152"/>
                  </a:moveTo>
                  <a:cubicBezTo>
                    <a:pt x="0" y="272046"/>
                    <a:pt x="16127" y="288174"/>
                    <a:pt x="36021" y="288174"/>
                  </a:cubicBezTo>
                  <a:moveTo>
                    <a:pt x="1476894" y="288174"/>
                  </a:moveTo>
                  <a:lnTo>
                    <a:pt x="36021" y="288174"/>
                  </a:lnTo>
                  <a:moveTo>
                    <a:pt x="1476894" y="288174"/>
                  </a:moveTo>
                  <a:cubicBezTo>
                    <a:pt x="1496788" y="288174"/>
                    <a:pt x="1512916" y="272046"/>
                    <a:pt x="1512916" y="252152"/>
                  </a:cubicBezTo>
                </a:path>
              </a:pathLst>
            </a:custGeom>
            <a:noFill/>
            <a:ln w="9005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2" name="Rounded Rectangle 5">
              <a:extLst>
                <a:ext uri="{FF2B5EF4-FFF2-40B4-BE49-F238E27FC236}">
                  <a16:creationId xmlns:a16="http://schemas.microsoft.com/office/drawing/2014/main" id="{B3978D1B-1B3C-88AE-D087-2C3E42109474}"/>
                </a:ext>
              </a:extLst>
            </p:cNvPr>
            <p:cNvSpPr/>
            <p:nvPr/>
          </p:nvSpPr>
          <p:spPr>
            <a:xfrm>
              <a:off x="2194560" y="2887983"/>
              <a:ext cx="1296785" cy="288174"/>
            </a:xfrm>
            <a:custGeom>
              <a:avLst/>
              <a:gdLst/>
              <a:ahLst/>
              <a:cxnLst/>
              <a:rect l="0" t="0" r="0" b="0"/>
              <a:pathLst>
                <a:path w="1296785" h="288174">
                  <a:moveTo>
                    <a:pt x="1296785" y="252152"/>
                  </a:moveTo>
                  <a:cubicBezTo>
                    <a:pt x="1296785" y="272048"/>
                    <a:pt x="1280659" y="288174"/>
                    <a:pt x="1260763" y="288174"/>
                  </a:cubicBezTo>
                  <a:lnTo>
                    <a:pt x="36021" y="288174"/>
                  </a:lnTo>
                  <a:cubicBezTo>
                    <a:pt x="16125" y="288174"/>
                    <a:pt x="0" y="272048"/>
                    <a:pt x="0" y="252152"/>
                  </a:cubicBezTo>
                  <a:lnTo>
                    <a:pt x="0" y="36021"/>
                  </a:lnTo>
                  <a:cubicBezTo>
                    <a:pt x="0" y="16125"/>
                    <a:pt x="16125" y="0"/>
                    <a:pt x="36021" y="0"/>
                  </a:cubicBezTo>
                  <a:lnTo>
                    <a:pt x="1260763" y="0"/>
                  </a:lnTo>
                  <a:cubicBezTo>
                    <a:pt x="1280659" y="0"/>
                    <a:pt x="1296785" y="16125"/>
                    <a:pt x="1296785" y="36021"/>
                  </a:cubicBezTo>
                  <a:lnTo>
                    <a:pt x="1296785" y="252152"/>
                  </a:lnTo>
                </a:path>
              </a:pathLst>
            </a:custGeom>
            <a:solidFill>
              <a:srgbClr val="CB68F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3" name="Rounded Rectangle 6">
              <a:extLst>
                <a:ext uri="{FF2B5EF4-FFF2-40B4-BE49-F238E27FC236}">
                  <a16:creationId xmlns:a16="http://schemas.microsoft.com/office/drawing/2014/main" id="{FA34B6C4-8116-EE53-D5D7-9F9814B3E906}"/>
                </a:ext>
              </a:extLst>
            </p:cNvPr>
            <p:cNvSpPr/>
            <p:nvPr/>
          </p:nvSpPr>
          <p:spPr>
            <a:xfrm>
              <a:off x="2194560" y="2887983"/>
              <a:ext cx="1296785" cy="288174"/>
            </a:xfrm>
            <a:custGeom>
              <a:avLst/>
              <a:gdLst/>
              <a:ahLst/>
              <a:cxnLst/>
              <a:rect l="0" t="0" r="0" b="0"/>
              <a:pathLst>
                <a:path w="1296785" h="288174">
                  <a:moveTo>
                    <a:pt x="36021" y="0"/>
                  </a:moveTo>
                  <a:cubicBezTo>
                    <a:pt x="16127" y="0"/>
                    <a:pt x="0" y="16127"/>
                    <a:pt x="0" y="36021"/>
                  </a:cubicBezTo>
                  <a:moveTo>
                    <a:pt x="36021" y="0"/>
                  </a:moveTo>
                  <a:lnTo>
                    <a:pt x="1260763" y="0"/>
                  </a:lnTo>
                  <a:moveTo>
                    <a:pt x="1260763" y="0"/>
                  </a:moveTo>
                  <a:cubicBezTo>
                    <a:pt x="1280657" y="0"/>
                    <a:pt x="1296785" y="16127"/>
                    <a:pt x="1296785" y="36021"/>
                  </a:cubicBezTo>
                  <a:moveTo>
                    <a:pt x="1296785" y="252152"/>
                  </a:moveTo>
                  <a:lnTo>
                    <a:pt x="1296785" y="36021"/>
                  </a:lnTo>
                  <a:moveTo>
                    <a:pt x="0" y="252152"/>
                  </a:moveTo>
                  <a:lnTo>
                    <a:pt x="0" y="36021"/>
                  </a:lnTo>
                  <a:moveTo>
                    <a:pt x="0" y="252152"/>
                  </a:moveTo>
                  <a:cubicBezTo>
                    <a:pt x="0" y="272046"/>
                    <a:pt x="16127" y="288174"/>
                    <a:pt x="36021" y="288174"/>
                  </a:cubicBezTo>
                  <a:moveTo>
                    <a:pt x="1260763" y="288174"/>
                  </a:moveTo>
                  <a:lnTo>
                    <a:pt x="36021" y="288174"/>
                  </a:lnTo>
                  <a:moveTo>
                    <a:pt x="1260763" y="288174"/>
                  </a:moveTo>
                  <a:cubicBezTo>
                    <a:pt x="1280657" y="288174"/>
                    <a:pt x="1296785" y="272046"/>
                    <a:pt x="1296785" y="252152"/>
                  </a:cubicBezTo>
                </a:path>
              </a:pathLst>
            </a:custGeom>
            <a:noFill/>
            <a:ln w="9005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4" name="Rounded Rectangle 7">
              <a:extLst>
                <a:ext uri="{FF2B5EF4-FFF2-40B4-BE49-F238E27FC236}">
                  <a16:creationId xmlns:a16="http://schemas.microsoft.com/office/drawing/2014/main" id="{7506F9C6-5D9F-036B-088B-B134F534EA51}"/>
                </a:ext>
              </a:extLst>
            </p:cNvPr>
            <p:cNvSpPr/>
            <p:nvPr/>
          </p:nvSpPr>
          <p:spPr>
            <a:xfrm>
              <a:off x="3779520" y="2924004"/>
              <a:ext cx="1368829" cy="1044632"/>
            </a:xfrm>
            <a:custGeom>
              <a:avLst/>
              <a:gdLst/>
              <a:ahLst/>
              <a:cxnLst/>
              <a:rect l="0" t="0" r="0" b="0"/>
              <a:pathLst>
                <a:path w="1368829" h="1044632">
                  <a:moveTo>
                    <a:pt x="1368829" y="1008610"/>
                  </a:moveTo>
                  <a:cubicBezTo>
                    <a:pt x="1368829" y="1028506"/>
                    <a:pt x="1352703" y="1044632"/>
                    <a:pt x="1332807" y="1044632"/>
                  </a:cubicBezTo>
                  <a:lnTo>
                    <a:pt x="36021" y="1044632"/>
                  </a:lnTo>
                  <a:cubicBezTo>
                    <a:pt x="16125" y="1044632"/>
                    <a:pt x="0" y="1028506"/>
                    <a:pt x="0" y="1008610"/>
                  </a:cubicBezTo>
                  <a:lnTo>
                    <a:pt x="0" y="36021"/>
                  </a:lnTo>
                  <a:cubicBezTo>
                    <a:pt x="0" y="16125"/>
                    <a:pt x="16125" y="0"/>
                    <a:pt x="36021" y="0"/>
                  </a:cubicBezTo>
                  <a:lnTo>
                    <a:pt x="1332807" y="0"/>
                  </a:lnTo>
                  <a:cubicBezTo>
                    <a:pt x="1352703" y="0"/>
                    <a:pt x="1368829" y="16125"/>
                    <a:pt x="1368829" y="36021"/>
                  </a:cubicBezTo>
                  <a:lnTo>
                    <a:pt x="1368829" y="1008610"/>
                  </a:lnTo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5" name="Rounded Rectangle 8">
              <a:extLst>
                <a:ext uri="{FF2B5EF4-FFF2-40B4-BE49-F238E27FC236}">
                  <a16:creationId xmlns:a16="http://schemas.microsoft.com/office/drawing/2014/main" id="{98B2B1FA-F825-10CF-2AD5-0E405EB19D54}"/>
                </a:ext>
              </a:extLst>
            </p:cNvPr>
            <p:cNvSpPr/>
            <p:nvPr/>
          </p:nvSpPr>
          <p:spPr>
            <a:xfrm>
              <a:off x="3779520" y="2924004"/>
              <a:ext cx="1368829" cy="1044632"/>
            </a:xfrm>
            <a:custGeom>
              <a:avLst/>
              <a:gdLst/>
              <a:ahLst/>
              <a:cxnLst/>
              <a:rect l="0" t="0" r="0" b="0"/>
              <a:pathLst>
                <a:path w="1368829" h="1044632">
                  <a:moveTo>
                    <a:pt x="36021" y="0"/>
                  </a:moveTo>
                  <a:cubicBezTo>
                    <a:pt x="16127" y="0"/>
                    <a:pt x="0" y="16127"/>
                    <a:pt x="0" y="36021"/>
                  </a:cubicBezTo>
                  <a:moveTo>
                    <a:pt x="36021" y="0"/>
                  </a:moveTo>
                  <a:lnTo>
                    <a:pt x="1332807" y="0"/>
                  </a:lnTo>
                  <a:moveTo>
                    <a:pt x="1332807" y="0"/>
                  </a:moveTo>
                  <a:cubicBezTo>
                    <a:pt x="1352701" y="0"/>
                    <a:pt x="1368829" y="16127"/>
                    <a:pt x="1368829" y="36021"/>
                  </a:cubicBezTo>
                  <a:moveTo>
                    <a:pt x="1368829" y="1008610"/>
                  </a:moveTo>
                  <a:lnTo>
                    <a:pt x="1368829" y="36021"/>
                  </a:lnTo>
                  <a:moveTo>
                    <a:pt x="0" y="1008610"/>
                  </a:moveTo>
                  <a:lnTo>
                    <a:pt x="0" y="36021"/>
                  </a:lnTo>
                  <a:moveTo>
                    <a:pt x="0" y="1008610"/>
                  </a:moveTo>
                  <a:cubicBezTo>
                    <a:pt x="0" y="1028505"/>
                    <a:pt x="16127" y="1044632"/>
                    <a:pt x="36021" y="1044632"/>
                  </a:cubicBezTo>
                  <a:moveTo>
                    <a:pt x="1332807" y="1044632"/>
                  </a:moveTo>
                  <a:lnTo>
                    <a:pt x="36021" y="1044632"/>
                  </a:lnTo>
                  <a:moveTo>
                    <a:pt x="1332807" y="1044632"/>
                  </a:moveTo>
                  <a:cubicBezTo>
                    <a:pt x="1352701" y="1044632"/>
                    <a:pt x="1368829" y="1028505"/>
                    <a:pt x="1368829" y="1008610"/>
                  </a:cubicBezTo>
                </a:path>
              </a:pathLst>
            </a:custGeom>
            <a:noFill/>
            <a:ln w="9005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6" name="Rounded Rectangle 9">
              <a:extLst>
                <a:ext uri="{FF2B5EF4-FFF2-40B4-BE49-F238E27FC236}">
                  <a16:creationId xmlns:a16="http://schemas.microsoft.com/office/drawing/2014/main" id="{DF2407D4-B1E4-0E68-CB80-25295CD70F1B}"/>
                </a:ext>
              </a:extLst>
            </p:cNvPr>
            <p:cNvSpPr/>
            <p:nvPr/>
          </p:nvSpPr>
          <p:spPr>
            <a:xfrm>
              <a:off x="5436524" y="2851961"/>
              <a:ext cx="1512916" cy="288174"/>
            </a:xfrm>
            <a:custGeom>
              <a:avLst/>
              <a:gdLst/>
              <a:ahLst/>
              <a:cxnLst/>
              <a:rect l="0" t="0" r="0" b="0"/>
              <a:pathLst>
                <a:path w="1512916" h="288174">
                  <a:moveTo>
                    <a:pt x="1512916" y="252152"/>
                  </a:moveTo>
                  <a:cubicBezTo>
                    <a:pt x="1512916" y="272048"/>
                    <a:pt x="1496790" y="288174"/>
                    <a:pt x="1476894" y="288174"/>
                  </a:cubicBezTo>
                  <a:lnTo>
                    <a:pt x="36021" y="288174"/>
                  </a:lnTo>
                  <a:cubicBezTo>
                    <a:pt x="16125" y="288174"/>
                    <a:pt x="0" y="272048"/>
                    <a:pt x="0" y="252152"/>
                  </a:cubicBezTo>
                  <a:lnTo>
                    <a:pt x="0" y="36021"/>
                  </a:lnTo>
                  <a:cubicBezTo>
                    <a:pt x="0" y="16125"/>
                    <a:pt x="16125" y="0"/>
                    <a:pt x="36021" y="0"/>
                  </a:cubicBezTo>
                  <a:lnTo>
                    <a:pt x="1476894" y="0"/>
                  </a:lnTo>
                  <a:cubicBezTo>
                    <a:pt x="1496790" y="0"/>
                    <a:pt x="1512916" y="16125"/>
                    <a:pt x="1512916" y="36021"/>
                  </a:cubicBezTo>
                  <a:lnTo>
                    <a:pt x="1512916" y="252152"/>
                  </a:lnTo>
                </a:path>
              </a:pathLst>
            </a:custGeom>
            <a:solidFill>
              <a:srgbClr val="FB676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7" name="Rounded Rectangle 10">
              <a:extLst>
                <a:ext uri="{FF2B5EF4-FFF2-40B4-BE49-F238E27FC236}">
                  <a16:creationId xmlns:a16="http://schemas.microsoft.com/office/drawing/2014/main" id="{C0ECC745-1934-C623-4AD6-04950B9D9B2E}"/>
                </a:ext>
              </a:extLst>
            </p:cNvPr>
            <p:cNvSpPr/>
            <p:nvPr/>
          </p:nvSpPr>
          <p:spPr>
            <a:xfrm>
              <a:off x="5436524" y="2851961"/>
              <a:ext cx="1512916" cy="288174"/>
            </a:xfrm>
            <a:custGeom>
              <a:avLst/>
              <a:gdLst/>
              <a:ahLst/>
              <a:cxnLst/>
              <a:rect l="0" t="0" r="0" b="0"/>
              <a:pathLst>
                <a:path w="1512916" h="288174">
                  <a:moveTo>
                    <a:pt x="36021" y="0"/>
                  </a:moveTo>
                  <a:cubicBezTo>
                    <a:pt x="16127" y="0"/>
                    <a:pt x="0" y="16127"/>
                    <a:pt x="0" y="36021"/>
                  </a:cubicBezTo>
                  <a:moveTo>
                    <a:pt x="36021" y="0"/>
                  </a:moveTo>
                  <a:lnTo>
                    <a:pt x="1476894" y="0"/>
                  </a:lnTo>
                  <a:moveTo>
                    <a:pt x="1476894" y="0"/>
                  </a:moveTo>
                  <a:cubicBezTo>
                    <a:pt x="1496788" y="0"/>
                    <a:pt x="1512916" y="16127"/>
                    <a:pt x="1512916" y="36021"/>
                  </a:cubicBezTo>
                  <a:moveTo>
                    <a:pt x="1512916" y="252152"/>
                  </a:moveTo>
                  <a:lnTo>
                    <a:pt x="1512916" y="36021"/>
                  </a:lnTo>
                  <a:moveTo>
                    <a:pt x="0" y="252152"/>
                  </a:moveTo>
                  <a:lnTo>
                    <a:pt x="0" y="36021"/>
                  </a:lnTo>
                  <a:moveTo>
                    <a:pt x="0" y="252152"/>
                  </a:moveTo>
                  <a:cubicBezTo>
                    <a:pt x="0" y="272046"/>
                    <a:pt x="16127" y="288174"/>
                    <a:pt x="36021" y="288174"/>
                  </a:cubicBezTo>
                  <a:moveTo>
                    <a:pt x="1476894" y="288174"/>
                  </a:moveTo>
                  <a:lnTo>
                    <a:pt x="36021" y="288174"/>
                  </a:lnTo>
                  <a:moveTo>
                    <a:pt x="1476894" y="288174"/>
                  </a:moveTo>
                  <a:cubicBezTo>
                    <a:pt x="1496788" y="288174"/>
                    <a:pt x="1512916" y="272046"/>
                    <a:pt x="1512916" y="252152"/>
                  </a:cubicBezTo>
                </a:path>
              </a:pathLst>
            </a:custGeom>
            <a:noFill/>
            <a:ln w="9005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8" name="Rounded Rectangle 11">
              <a:extLst>
                <a:ext uri="{FF2B5EF4-FFF2-40B4-BE49-F238E27FC236}">
                  <a16:creationId xmlns:a16="http://schemas.microsoft.com/office/drawing/2014/main" id="{B1C70AAA-1F7E-078F-2FB9-952A703F2EF9}"/>
                </a:ext>
              </a:extLst>
            </p:cNvPr>
            <p:cNvSpPr/>
            <p:nvPr/>
          </p:nvSpPr>
          <p:spPr>
            <a:xfrm>
              <a:off x="3923607" y="4256812"/>
              <a:ext cx="1080654" cy="432261"/>
            </a:xfrm>
            <a:custGeom>
              <a:avLst/>
              <a:gdLst/>
              <a:ahLst/>
              <a:cxnLst/>
              <a:rect l="0" t="0" r="0" b="0"/>
              <a:pathLst>
                <a:path w="1080654" h="432261">
                  <a:moveTo>
                    <a:pt x="1080654" y="396239"/>
                  </a:moveTo>
                  <a:cubicBezTo>
                    <a:pt x="1080654" y="416136"/>
                    <a:pt x="1064528" y="432261"/>
                    <a:pt x="1044632" y="432261"/>
                  </a:cubicBezTo>
                  <a:lnTo>
                    <a:pt x="36021" y="432261"/>
                  </a:lnTo>
                  <a:cubicBezTo>
                    <a:pt x="16125" y="432261"/>
                    <a:pt x="0" y="416136"/>
                    <a:pt x="0" y="396239"/>
                  </a:cubicBezTo>
                  <a:lnTo>
                    <a:pt x="0" y="36021"/>
                  </a:lnTo>
                  <a:cubicBezTo>
                    <a:pt x="0" y="16125"/>
                    <a:pt x="16125" y="0"/>
                    <a:pt x="36021" y="0"/>
                  </a:cubicBezTo>
                  <a:lnTo>
                    <a:pt x="1044632" y="0"/>
                  </a:lnTo>
                  <a:cubicBezTo>
                    <a:pt x="1064528" y="0"/>
                    <a:pt x="1080654" y="16125"/>
                    <a:pt x="1080654" y="36021"/>
                  </a:cubicBezTo>
                  <a:lnTo>
                    <a:pt x="1080654" y="396239"/>
                  </a:lnTo>
                </a:path>
              </a:pathLst>
            </a:custGeom>
            <a:solidFill>
              <a:srgbClr val="F366B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29" name="Rounded Rectangle 12">
              <a:extLst>
                <a:ext uri="{FF2B5EF4-FFF2-40B4-BE49-F238E27FC236}">
                  <a16:creationId xmlns:a16="http://schemas.microsoft.com/office/drawing/2014/main" id="{4BF6B4B7-F955-EF79-B25C-BA9D4F74D930}"/>
                </a:ext>
              </a:extLst>
            </p:cNvPr>
            <p:cNvSpPr/>
            <p:nvPr/>
          </p:nvSpPr>
          <p:spPr>
            <a:xfrm>
              <a:off x="3923607" y="4256812"/>
              <a:ext cx="1080654" cy="432261"/>
            </a:xfrm>
            <a:custGeom>
              <a:avLst/>
              <a:gdLst/>
              <a:ahLst/>
              <a:cxnLst/>
              <a:rect l="0" t="0" r="0" b="0"/>
              <a:pathLst>
                <a:path w="1080654" h="432261">
                  <a:moveTo>
                    <a:pt x="36021" y="0"/>
                  </a:moveTo>
                  <a:cubicBezTo>
                    <a:pt x="16127" y="0"/>
                    <a:pt x="0" y="16127"/>
                    <a:pt x="0" y="36021"/>
                  </a:cubicBezTo>
                  <a:moveTo>
                    <a:pt x="36021" y="0"/>
                  </a:moveTo>
                  <a:lnTo>
                    <a:pt x="1044632" y="0"/>
                  </a:lnTo>
                  <a:moveTo>
                    <a:pt x="1044632" y="0"/>
                  </a:moveTo>
                  <a:cubicBezTo>
                    <a:pt x="1064526" y="0"/>
                    <a:pt x="1080654" y="16127"/>
                    <a:pt x="1080654" y="36021"/>
                  </a:cubicBezTo>
                  <a:moveTo>
                    <a:pt x="1080654" y="396239"/>
                  </a:moveTo>
                  <a:lnTo>
                    <a:pt x="1080654" y="36021"/>
                  </a:lnTo>
                  <a:moveTo>
                    <a:pt x="0" y="396239"/>
                  </a:moveTo>
                  <a:lnTo>
                    <a:pt x="0" y="36021"/>
                  </a:lnTo>
                  <a:moveTo>
                    <a:pt x="0" y="396239"/>
                  </a:moveTo>
                  <a:cubicBezTo>
                    <a:pt x="0" y="416134"/>
                    <a:pt x="16127" y="432261"/>
                    <a:pt x="36021" y="432261"/>
                  </a:cubicBezTo>
                  <a:moveTo>
                    <a:pt x="1044632" y="432261"/>
                  </a:moveTo>
                  <a:lnTo>
                    <a:pt x="36021" y="432261"/>
                  </a:lnTo>
                  <a:moveTo>
                    <a:pt x="1044632" y="432261"/>
                  </a:moveTo>
                  <a:cubicBezTo>
                    <a:pt x="1064526" y="432261"/>
                    <a:pt x="1080654" y="416134"/>
                    <a:pt x="1080654" y="396239"/>
                  </a:cubicBezTo>
                </a:path>
              </a:pathLst>
            </a:custGeom>
            <a:noFill/>
            <a:ln w="9005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99D1155D-49C1-403E-B2AB-A1691AA8F462}"/>
                </a:ext>
              </a:extLst>
            </p:cNvPr>
            <p:cNvGrpSpPr/>
            <p:nvPr/>
          </p:nvGrpSpPr>
          <p:grpSpPr>
            <a:xfrm>
              <a:off x="4752109" y="1447110"/>
              <a:ext cx="162097" cy="1476894"/>
              <a:chOff x="3061854" y="936567"/>
              <a:chExt cx="162097" cy="1476894"/>
            </a:xfrm>
          </p:grpSpPr>
          <p:sp>
            <p:nvSpPr>
              <p:cNvPr id="301" name="Rounded Rectangle 13">
                <a:extLst>
                  <a:ext uri="{FF2B5EF4-FFF2-40B4-BE49-F238E27FC236}">
                    <a16:creationId xmlns:a16="http://schemas.microsoft.com/office/drawing/2014/main" id="{74F873A2-78BF-086A-5548-7211F9714FE4}"/>
                  </a:ext>
                </a:extLst>
              </p:cNvPr>
              <p:cNvSpPr/>
              <p:nvPr/>
            </p:nvSpPr>
            <p:spPr>
              <a:xfrm>
                <a:off x="3061854" y="954578"/>
                <a:ext cx="126076" cy="1458883"/>
              </a:xfrm>
              <a:custGeom>
                <a:avLst/>
                <a:gdLst/>
                <a:ahLst/>
                <a:cxnLst/>
                <a:rect l="0" t="0" r="0" b="0"/>
                <a:pathLst>
                  <a:path w="126076" h="1458883">
                    <a:moveTo>
                      <a:pt x="0" y="1458883"/>
                    </a:moveTo>
                    <a:lnTo>
                      <a:pt x="0" y="72043"/>
                    </a:lnTo>
                    <a:cubicBezTo>
                      <a:pt x="0" y="32239"/>
                      <a:pt x="32239" y="0"/>
                      <a:pt x="72043" y="0"/>
                    </a:cubicBezTo>
                    <a:lnTo>
                      <a:pt x="126076" y="0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302" name="Rounded Rectangle 14">
                <a:extLst>
                  <a:ext uri="{FF2B5EF4-FFF2-40B4-BE49-F238E27FC236}">
                    <a16:creationId xmlns:a16="http://schemas.microsoft.com/office/drawing/2014/main" id="{853596C9-5BBC-8B6E-F6AE-389832371F5D}"/>
                  </a:ext>
                </a:extLst>
              </p:cNvPr>
              <p:cNvSpPr/>
              <p:nvPr/>
            </p:nvSpPr>
            <p:spPr>
              <a:xfrm>
                <a:off x="3187930" y="936567"/>
                <a:ext cx="36021" cy="36021"/>
              </a:xfrm>
              <a:custGeom>
                <a:avLst/>
                <a:gdLst/>
                <a:ahLst/>
                <a:cxnLst/>
                <a:rect l="0" t="0" r="0" b="0"/>
                <a:pathLst>
                  <a:path w="36021" h="36021">
                    <a:moveTo>
                      <a:pt x="0" y="18010"/>
                    </a:moveTo>
                    <a:cubicBezTo>
                      <a:pt x="0" y="27958"/>
                      <a:pt x="8063" y="36021"/>
                      <a:pt x="18010" y="36021"/>
                    </a:cubicBezTo>
                    <a:cubicBezTo>
                      <a:pt x="27958" y="36021"/>
                      <a:pt x="36021" y="27958"/>
                      <a:pt x="36021" y="18010"/>
                    </a:cubicBezTo>
                    <a:cubicBezTo>
                      <a:pt x="36021" y="8063"/>
                      <a:pt x="27958" y="0"/>
                      <a:pt x="18010" y="0"/>
                    </a:cubicBezTo>
                    <a:cubicBezTo>
                      <a:pt x="8063" y="0"/>
                      <a:pt x="0" y="8063"/>
                      <a:pt x="0" y="18010"/>
                    </a:cubicBezTo>
                    <a:close/>
                  </a:path>
                </a:pathLst>
              </a:custGeom>
              <a:solidFill>
                <a:srgbClr val="2C2C2C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8517B3C2-E030-A201-664F-1B6CBF288FA9}"/>
                </a:ext>
              </a:extLst>
            </p:cNvPr>
            <p:cNvGrpSpPr/>
            <p:nvPr/>
          </p:nvGrpSpPr>
          <p:grpSpPr>
            <a:xfrm>
              <a:off x="4968240" y="1591197"/>
              <a:ext cx="81048" cy="945572"/>
              <a:chOff x="3277985" y="1080654"/>
              <a:chExt cx="81048" cy="945572"/>
            </a:xfrm>
          </p:grpSpPr>
          <p:sp>
            <p:nvSpPr>
              <p:cNvPr id="296" name="Rounded Rectangle 16">
                <a:extLst>
                  <a:ext uri="{FF2B5EF4-FFF2-40B4-BE49-F238E27FC236}">
                    <a16:creationId xmlns:a16="http://schemas.microsoft.com/office/drawing/2014/main" id="{5BC46E41-2EE9-D8A1-7DD1-131BCE1D2F42}"/>
                  </a:ext>
                </a:extLst>
              </p:cNvPr>
              <p:cNvSpPr/>
              <p:nvPr/>
            </p:nvSpPr>
            <p:spPr>
              <a:xfrm>
                <a:off x="3277985" y="1080654"/>
                <a:ext cx="72043" cy="936567"/>
              </a:xfrm>
              <a:custGeom>
                <a:avLst/>
                <a:gdLst/>
                <a:ahLst/>
                <a:cxnLst/>
                <a:rect l="0" t="0" r="0" b="0"/>
                <a:pathLst>
                  <a:path w="72043" h="936567">
                    <a:moveTo>
                      <a:pt x="0" y="0"/>
                    </a:moveTo>
                    <a:lnTo>
                      <a:pt x="0" y="864523"/>
                    </a:lnTo>
                    <a:cubicBezTo>
                      <a:pt x="0" y="904312"/>
                      <a:pt x="32255" y="936567"/>
                      <a:pt x="72043" y="936567"/>
                    </a:cubicBezTo>
                    <a:lnTo>
                      <a:pt x="72043" y="936567"/>
                    </a:lnTo>
                    <a:moveTo>
                      <a:pt x="72043" y="144087"/>
                    </a:moveTo>
                    <a:lnTo>
                      <a:pt x="0" y="144087"/>
                    </a:lnTo>
                    <a:moveTo>
                      <a:pt x="72043" y="360218"/>
                    </a:moveTo>
                    <a:lnTo>
                      <a:pt x="0" y="360218"/>
                    </a:lnTo>
                    <a:moveTo>
                      <a:pt x="72043" y="576349"/>
                    </a:moveTo>
                    <a:lnTo>
                      <a:pt x="0" y="576349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7" name="Rounded Rectangle 17">
                <a:extLst>
                  <a:ext uri="{FF2B5EF4-FFF2-40B4-BE49-F238E27FC236}">
                    <a16:creationId xmlns:a16="http://schemas.microsoft.com/office/drawing/2014/main" id="{B06708D9-D4DA-BCBA-2055-527EB25A1C47}"/>
                  </a:ext>
                </a:extLst>
              </p:cNvPr>
              <p:cNvSpPr/>
              <p:nvPr/>
            </p:nvSpPr>
            <p:spPr>
              <a:xfrm>
                <a:off x="3341023" y="2008216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8" name="Rounded Rectangle 18">
                <a:extLst>
                  <a:ext uri="{FF2B5EF4-FFF2-40B4-BE49-F238E27FC236}">
                    <a16:creationId xmlns:a16="http://schemas.microsoft.com/office/drawing/2014/main" id="{745AF72C-94F9-EFA8-C950-4FCCB3EF15BE}"/>
                  </a:ext>
                </a:extLst>
              </p:cNvPr>
              <p:cNvSpPr/>
              <p:nvPr/>
            </p:nvSpPr>
            <p:spPr>
              <a:xfrm>
                <a:off x="3341023" y="1215736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9" name="Rounded Rectangle 19">
                <a:extLst>
                  <a:ext uri="{FF2B5EF4-FFF2-40B4-BE49-F238E27FC236}">
                    <a16:creationId xmlns:a16="http://schemas.microsoft.com/office/drawing/2014/main" id="{0D236C9E-7547-0AB4-2489-66A937FE756E}"/>
                  </a:ext>
                </a:extLst>
              </p:cNvPr>
              <p:cNvSpPr/>
              <p:nvPr/>
            </p:nvSpPr>
            <p:spPr>
              <a:xfrm>
                <a:off x="3341023" y="1431867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300" name="Rounded Rectangle 20">
                <a:extLst>
                  <a:ext uri="{FF2B5EF4-FFF2-40B4-BE49-F238E27FC236}">
                    <a16:creationId xmlns:a16="http://schemas.microsoft.com/office/drawing/2014/main" id="{EFBB4FA8-1064-625E-E882-11685806BF72}"/>
                  </a:ext>
                </a:extLst>
              </p:cNvPr>
              <p:cNvSpPr/>
              <p:nvPr/>
            </p:nvSpPr>
            <p:spPr>
              <a:xfrm>
                <a:off x="3341023" y="1647998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242F96E-22B6-4CA4-275D-E1211AFDBED5}"/>
                </a:ext>
              </a:extLst>
            </p:cNvPr>
            <p:cNvGrpSpPr/>
            <p:nvPr/>
          </p:nvGrpSpPr>
          <p:grpSpPr>
            <a:xfrm>
              <a:off x="5148349" y="2996048"/>
              <a:ext cx="306185" cy="450272"/>
              <a:chOff x="3458094" y="2485505"/>
              <a:chExt cx="306185" cy="450272"/>
            </a:xfrm>
          </p:grpSpPr>
          <p:sp>
            <p:nvSpPr>
              <p:cNvPr id="294" name="Rounded Rectangle 22">
                <a:extLst>
                  <a:ext uri="{FF2B5EF4-FFF2-40B4-BE49-F238E27FC236}">
                    <a16:creationId xmlns:a16="http://schemas.microsoft.com/office/drawing/2014/main" id="{0BF8DB6B-AD52-1AE1-C237-AD493C03CF2A}"/>
                  </a:ext>
                </a:extLst>
              </p:cNvPr>
              <p:cNvSpPr/>
              <p:nvPr/>
            </p:nvSpPr>
            <p:spPr>
              <a:xfrm>
                <a:off x="3458094" y="2503516"/>
                <a:ext cx="270163" cy="432261"/>
              </a:xfrm>
              <a:custGeom>
                <a:avLst/>
                <a:gdLst/>
                <a:ahLst/>
                <a:cxnLst/>
                <a:rect l="0" t="0" r="0" b="0"/>
                <a:pathLst>
                  <a:path w="270163" h="432261">
                    <a:moveTo>
                      <a:pt x="0" y="432261"/>
                    </a:moveTo>
                    <a:lnTo>
                      <a:pt x="72043" y="432261"/>
                    </a:lnTo>
                    <a:cubicBezTo>
                      <a:pt x="111847" y="432261"/>
                      <a:pt x="144087" y="400022"/>
                      <a:pt x="144087" y="360218"/>
                    </a:cubicBezTo>
                    <a:lnTo>
                      <a:pt x="144087" y="72043"/>
                    </a:lnTo>
                    <a:cubicBezTo>
                      <a:pt x="144087" y="32239"/>
                      <a:pt x="176326" y="0"/>
                      <a:pt x="216130" y="0"/>
                    </a:cubicBezTo>
                    <a:lnTo>
                      <a:pt x="270163" y="0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5" name="Rounded Rectangle 23">
                <a:extLst>
                  <a:ext uri="{FF2B5EF4-FFF2-40B4-BE49-F238E27FC236}">
                    <a16:creationId xmlns:a16="http://schemas.microsoft.com/office/drawing/2014/main" id="{2930EBC0-7FC5-CC6A-EE7E-B5E7DC6DED88}"/>
                  </a:ext>
                </a:extLst>
              </p:cNvPr>
              <p:cNvSpPr/>
              <p:nvPr/>
            </p:nvSpPr>
            <p:spPr>
              <a:xfrm>
                <a:off x="3728258" y="2485505"/>
                <a:ext cx="36021" cy="36021"/>
              </a:xfrm>
              <a:custGeom>
                <a:avLst/>
                <a:gdLst/>
                <a:ahLst/>
                <a:cxnLst/>
                <a:rect l="0" t="0" r="0" b="0"/>
                <a:pathLst>
                  <a:path w="36021" h="36021">
                    <a:moveTo>
                      <a:pt x="0" y="18010"/>
                    </a:moveTo>
                    <a:cubicBezTo>
                      <a:pt x="0" y="27958"/>
                      <a:pt x="8063" y="36021"/>
                      <a:pt x="18010" y="36021"/>
                    </a:cubicBezTo>
                    <a:cubicBezTo>
                      <a:pt x="27958" y="36021"/>
                      <a:pt x="36021" y="27958"/>
                      <a:pt x="36021" y="18010"/>
                    </a:cubicBezTo>
                    <a:cubicBezTo>
                      <a:pt x="36021" y="8063"/>
                      <a:pt x="27958" y="0"/>
                      <a:pt x="18010" y="0"/>
                    </a:cubicBezTo>
                    <a:cubicBezTo>
                      <a:pt x="8063" y="0"/>
                      <a:pt x="0" y="8063"/>
                      <a:pt x="0" y="18010"/>
                    </a:cubicBezTo>
                    <a:close/>
                  </a:path>
                </a:pathLst>
              </a:custGeom>
              <a:solidFill>
                <a:srgbClr val="2C2C2C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719A1BC4-E456-DE60-5093-82643A4D6D85}"/>
                </a:ext>
              </a:extLst>
            </p:cNvPr>
            <p:cNvGrpSpPr/>
            <p:nvPr/>
          </p:nvGrpSpPr>
          <p:grpSpPr>
            <a:xfrm>
              <a:off x="5508567" y="3140135"/>
              <a:ext cx="81048" cy="801485"/>
              <a:chOff x="3818312" y="2629592"/>
              <a:chExt cx="81048" cy="801485"/>
            </a:xfrm>
          </p:grpSpPr>
          <p:sp>
            <p:nvSpPr>
              <p:cNvPr id="289" name="Rounded Rectangle 25">
                <a:extLst>
                  <a:ext uri="{FF2B5EF4-FFF2-40B4-BE49-F238E27FC236}">
                    <a16:creationId xmlns:a16="http://schemas.microsoft.com/office/drawing/2014/main" id="{B230BD10-01E5-5CDC-C6C7-836C7FC1BF84}"/>
                  </a:ext>
                </a:extLst>
              </p:cNvPr>
              <p:cNvSpPr/>
              <p:nvPr/>
            </p:nvSpPr>
            <p:spPr>
              <a:xfrm>
                <a:off x="3818312" y="2629592"/>
                <a:ext cx="72043" cy="792480"/>
              </a:xfrm>
              <a:custGeom>
                <a:avLst/>
                <a:gdLst/>
                <a:ahLst/>
                <a:cxnLst/>
                <a:rect l="0" t="0" r="0" b="0"/>
                <a:pathLst>
                  <a:path w="72043" h="792480">
                    <a:moveTo>
                      <a:pt x="0" y="0"/>
                    </a:moveTo>
                    <a:lnTo>
                      <a:pt x="0" y="720436"/>
                    </a:lnTo>
                    <a:cubicBezTo>
                      <a:pt x="0" y="760224"/>
                      <a:pt x="32255" y="792480"/>
                      <a:pt x="72043" y="792480"/>
                    </a:cubicBezTo>
                    <a:lnTo>
                      <a:pt x="72043" y="792479"/>
                    </a:lnTo>
                    <a:moveTo>
                      <a:pt x="72043" y="144087"/>
                    </a:moveTo>
                    <a:lnTo>
                      <a:pt x="0" y="144087"/>
                    </a:lnTo>
                    <a:moveTo>
                      <a:pt x="72043" y="360218"/>
                    </a:moveTo>
                    <a:lnTo>
                      <a:pt x="0" y="360218"/>
                    </a:lnTo>
                    <a:moveTo>
                      <a:pt x="72043" y="576349"/>
                    </a:moveTo>
                    <a:lnTo>
                      <a:pt x="0" y="576349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0" name="Rounded Rectangle 26">
                <a:extLst>
                  <a:ext uri="{FF2B5EF4-FFF2-40B4-BE49-F238E27FC236}">
                    <a16:creationId xmlns:a16="http://schemas.microsoft.com/office/drawing/2014/main" id="{E246E91D-ECEE-DEC4-E0D1-4E90A6FCEF10}"/>
                  </a:ext>
                </a:extLst>
              </p:cNvPr>
              <p:cNvSpPr/>
              <p:nvPr/>
            </p:nvSpPr>
            <p:spPr>
              <a:xfrm>
                <a:off x="3881350" y="3413067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1" name="Rounded Rectangle 27">
                <a:extLst>
                  <a:ext uri="{FF2B5EF4-FFF2-40B4-BE49-F238E27FC236}">
                    <a16:creationId xmlns:a16="http://schemas.microsoft.com/office/drawing/2014/main" id="{B550FFB0-4FDA-8705-DFEE-7292AED6886B}"/>
                  </a:ext>
                </a:extLst>
              </p:cNvPr>
              <p:cNvSpPr/>
              <p:nvPr/>
            </p:nvSpPr>
            <p:spPr>
              <a:xfrm>
                <a:off x="3881350" y="2764674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2" name="Rounded Rectangle 28">
                <a:extLst>
                  <a:ext uri="{FF2B5EF4-FFF2-40B4-BE49-F238E27FC236}">
                    <a16:creationId xmlns:a16="http://schemas.microsoft.com/office/drawing/2014/main" id="{175D7701-13F5-2709-3BCB-3D63879B7DBB}"/>
                  </a:ext>
                </a:extLst>
              </p:cNvPr>
              <p:cNvSpPr/>
              <p:nvPr/>
            </p:nvSpPr>
            <p:spPr>
              <a:xfrm>
                <a:off x="3881350" y="2980805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93" name="Rounded Rectangle 29">
                <a:extLst>
                  <a:ext uri="{FF2B5EF4-FFF2-40B4-BE49-F238E27FC236}">
                    <a16:creationId xmlns:a16="http://schemas.microsoft.com/office/drawing/2014/main" id="{D7E43C59-7F16-9794-B974-B09FACAFF633}"/>
                  </a:ext>
                </a:extLst>
              </p:cNvPr>
              <p:cNvSpPr/>
              <p:nvPr/>
            </p:nvSpPr>
            <p:spPr>
              <a:xfrm>
                <a:off x="3881350" y="3196936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924E2A76-C014-4902-5774-888512134A80}"/>
                </a:ext>
              </a:extLst>
            </p:cNvPr>
            <p:cNvGrpSpPr/>
            <p:nvPr/>
          </p:nvGrpSpPr>
          <p:grpSpPr>
            <a:xfrm>
              <a:off x="4445924" y="3968637"/>
              <a:ext cx="36021" cy="306185"/>
              <a:chOff x="2755669" y="3458094"/>
              <a:chExt cx="36021" cy="306185"/>
            </a:xfrm>
          </p:grpSpPr>
          <p:sp>
            <p:nvSpPr>
              <p:cNvPr id="287" name="Rounded Rectangle 31">
                <a:extLst>
                  <a:ext uri="{FF2B5EF4-FFF2-40B4-BE49-F238E27FC236}">
                    <a16:creationId xmlns:a16="http://schemas.microsoft.com/office/drawing/2014/main" id="{1F8ADB20-2C21-FBE4-72BA-0BF02A1A4580}"/>
                  </a:ext>
                </a:extLst>
              </p:cNvPr>
              <p:cNvSpPr/>
              <p:nvPr/>
            </p:nvSpPr>
            <p:spPr>
              <a:xfrm>
                <a:off x="2773680" y="3458094"/>
                <a:ext cx="6003" cy="270163"/>
              </a:xfrm>
              <a:custGeom>
                <a:avLst/>
                <a:gdLst/>
                <a:ahLst/>
                <a:cxnLst/>
                <a:rect l="0" t="0" r="0" b="0"/>
                <a:pathLst>
                  <a:path w="6003" h="270163">
                    <a:moveTo>
                      <a:pt x="0" y="0"/>
                    </a:moveTo>
                    <a:lnTo>
                      <a:pt x="0" y="270163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88" name="Rounded Rectangle 32">
                <a:extLst>
                  <a:ext uri="{FF2B5EF4-FFF2-40B4-BE49-F238E27FC236}">
                    <a16:creationId xmlns:a16="http://schemas.microsoft.com/office/drawing/2014/main" id="{D2CD37CC-9239-6E92-A668-ADE5D91607A2}"/>
                  </a:ext>
                </a:extLst>
              </p:cNvPr>
              <p:cNvSpPr/>
              <p:nvPr/>
            </p:nvSpPr>
            <p:spPr>
              <a:xfrm>
                <a:off x="2755669" y="3728258"/>
                <a:ext cx="36021" cy="36021"/>
              </a:xfrm>
              <a:custGeom>
                <a:avLst/>
                <a:gdLst/>
                <a:ahLst/>
                <a:cxnLst/>
                <a:rect l="0" t="0" r="0" b="0"/>
                <a:pathLst>
                  <a:path w="36021" h="36021">
                    <a:moveTo>
                      <a:pt x="0" y="18010"/>
                    </a:moveTo>
                    <a:cubicBezTo>
                      <a:pt x="0" y="27958"/>
                      <a:pt x="8063" y="36021"/>
                      <a:pt x="18010" y="36021"/>
                    </a:cubicBezTo>
                    <a:cubicBezTo>
                      <a:pt x="27958" y="36021"/>
                      <a:pt x="36021" y="27958"/>
                      <a:pt x="36021" y="18010"/>
                    </a:cubicBezTo>
                    <a:cubicBezTo>
                      <a:pt x="36021" y="8063"/>
                      <a:pt x="27958" y="0"/>
                      <a:pt x="18010" y="0"/>
                    </a:cubicBezTo>
                    <a:cubicBezTo>
                      <a:pt x="8063" y="0"/>
                      <a:pt x="0" y="8063"/>
                      <a:pt x="0" y="18010"/>
                    </a:cubicBezTo>
                    <a:close/>
                  </a:path>
                </a:pathLst>
              </a:custGeom>
              <a:solidFill>
                <a:srgbClr val="2C2C2C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66740A81-989D-A746-B4C7-22EA65E70A3D}"/>
                </a:ext>
              </a:extLst>
            </p:cNvPr>
            <p:cNvGrpSpPr/>
            <p:nvPr/>
          </p:nvGrpSpPr>
          <p:grpSpPr>
            <a:xfrm>
              <a:off x="3995651" y="4689073"/>
              <a:ext cx="81048" cy="1233747"/>
              <a:chOff x="2305396" y="4178530"/>
              <a:chExt cx="81048" cy="1233747"/>
            </a:xfrm>
          </p:grpSpPr>
          <p:sp>
            <p:nvSpPr>
              <p:cNvPr id="282" name="Rounded Rectangle 34">
                <a:extLst>
                  <a:ext uri="{FF2B5EF4-FFF2-40B4-BE49-F238E27FC236}">
                    <a16:creationId xmlns:a16="http://schemas.microsoft.com/office/drawing/2014/main" id="{290BA0A1-9CDA-0904-65B3-9576A88A13F9}"/>
                  </a:ext>
                </a:extLst>
              </p:cNvPr>
              <p:cNvSpPr/>
              <p:nvPr/>
            </p:nvSpPr>
            <p:spPr>
              <a:xfrm>
                <a:off x="2305396" y="4178530"/>
                <a:ext cx="72043" cy="1224741"/>
              </a:xfrm>
              <a:custGeom>
                <a:avLst/>
                <a:gdLst/>
                <a:ahLst/>
                <a:cxnLst/>
                <a:rect l="0" t="0" r="0" b="0"/>
                <a:pathLst>
                  <a:path w="72043" h="1224741">
                    <a:moveTo>
                      <a:pt x="0" y="0"/>
                    </a:moveTo>
                    <a:lnTo>
                      <a:pt x="0" y="1152698"/>
                    </a:lnTo>
                    <a:cubicBezTo>
                      <a:pt x="0" y="1192486"/>
                      <a:pt x="32255" y="1224741"/>
                      <a:pt x="72043" y="1224741"/>
                    </a:cubicBezTo>
                    <a:lnTo>
                      <a:pt x="72043" y="1224741"/>
                    </a:lnTo>
                    <a:moveTo>
                      <a:pt x="72043" y="144087"/>
                    </a:moveTo>
                    <a:lnTo>
                      <a:pt x="0" y="144087"/>
                    </a:lnTo>
                    <a:moveTo>
                      <a:pt x="72043" y="504305"/>
                    </a:moveTo>
                    <a:lnTo>
                      <a:pt x="0" y="504305"/>
                    </a:lnTo>
                    <a:moveTo>
                      <a:pt x="72043" y="864523"/>
                    </a:moveTo>
                    <a:lnTo>
                      <a:pt x="0" y="864523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83" name="Rounded Rectangle 35">
                <a:extLst>
                  <a:ext uri="{FF2B5EF4-FFF2-40B4-BE49-F238E27FC236}">
                    <a16:creationId xmlns:a16="http://schemas.microsoft.com/office/drawing/2014/main" id="{F3670A66-906D-554B-B2E7-7A26B8486D6D}"/>
                  </a:ext>
                </a:extLst>
              </p:cNvPr>
              <p:cNvSpPr/>
              <p:nvPr/>
            </p:nvSpPr>
            <p:spPr>
              <a:xfrm>
                <a:off x="2368434" y="5394267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84" name="Rounded Rectangle 36">
                <a:extLst>
                  <a:ext uri="{FF2B5EF4-FFF2-40B4-BE49-F238E27FC236}">
                    <a16:creationId xmlns:a16="http://schemas.microsoft.com/office/drawing/2014/main" id="{EB68461B-8E14-57DC-D4D5-BAA9BBB74A98}"/>
                  </a:ext>
                </a:extLst>
              </p:cNvPr>
              <p:cNvSpPr/>
              <p:nvPr/>
            </p:nvSpPr>
            <p:spPr>
              <a:xfrm>
                <a:off x="2368434" y="4313612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85" name="Rounded Rectangle 37">
                <a:extLst>
                  <a:ext uri="{FF2B5EF4-FFF2-40B4-BE49-F238E27FC236}">
                    <a16:creationId xmlns:a16="http://schemas.microsoft.com/office/drawing/2014/main" id="{F069717C-84EA-E4FC-596F-8405FCDF91C1}"/>
                  </a:ext>
                </a:extLst>
              </p:cNvPr>
              <p:cNvSpPr/>
              <p:nvPr/>
            </p:nvSpPr>
            <p:spPr>
              <a:xfrm>
                <a:off x="2368434" y="4673830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86" name="Rounded Rectangle 38">
                <a:extLst>
                  <a:ext uri="{FF2B5EF4-FFF2-40B4-BE49-F238E27FC236}">
                    <a16:creationId xmlns:a16="http://schemas.microsoft.com/office/drawing/2014/main" id="{14C5C2CA-AA78-564D-5E7F-7C04E69EAB81}"/>
                  </a:ext>
                </a:extLst>
              </p:cNvPr>
              <p:cNvSpPr/>
              <p:nvPr/>
            </p:nvSpPr>
            <p:spPr>
              <a:xfrm>
                <a:off x="2368434" y="5034049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0D2EBF60-8E7B-A9B4-C48E-947491A35562}"/>
                </a:ext>
              </a:extLst>
            </p:cNvPr>
            <p:cNvGrpSpPr/>
            <p:nvPr/>
          </p:nvGrpSpPr>
          <p:grpSpPr>
            <a:xfrm>
              <a:off x="3473334" y="3032070"/>
              <a:ext cx="306185" cy="414250"/>
              <a:chOff x="1783079" y="2521527"/>
              <a:chExt cx="306185" cy="414250"/>
            </a:xfrm>
          </p:grpSpPr>
          <p:sp>
            <p:nvSpPr>
              <p:cNvPr id="280" name="Rounded Rectangle 40">
                <a:extLst>
                  <a:ext uri="{FF2B5EF4-FFF2-40B4-BE49-F238E27FC236}">
                    <a16:creationId xmlns:a16="http://schemas.microsoft.com/office/drawing/2014/main" id="{6B9EE445-BC79-24C8-A4A3-D126C2BDE1E9}"/>
                  </a:ext>
                </a:extLst>
              </p:cNvPr>
              <p:cNvSpPr/>
              <p:nvPr/>
            </p:nvSpPr>
            <p:spPr>
              <a:xfrm>
                <a:off x="1819101" y="2539538"/>
                <a:ext cx="270163" cy="396239"/>
              </a:xfrm>
              <a:custGeom>
                <a:avLst/>
                <a:gdLst/>
                <a:ahLst/>
                <a:cxnLst/>
                <a:rect l="0" t="0" r="0" b="0"/>
                <a:pathLst>
                  <a:path w="270163" h="396239">
                    <a:moveTo>
                      <a:pt x="270163" y="396239"/>
                    </a:moveTo>
                    <a:lnTo>
                      <a:pt x="198119" y="396239"/>
                    </a:lnTo>
                    <a:cubicBezTo>
                      <a:pt x="158315" y="396239"/>
                      <a:pt x="126076" y="364000"/>
                      <a:pt x="126076" y="324196"/>
                    </a:cubicBezTo>
                    <a:lnTo>
                      <a:pt x="126076" y="72043"/>
                    </a:lnTo>
                    <a:cubicBezTo>
                      <a:pt x="126076" y="32239"/>
                      <a:pt x="93836" y="0"/>
                      <a:pt x="54032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81" name="Rounded Rectangle 41">
                <a:extLst>
                  <a:ext uri="{FF2B5EF4-FFF2-40B4-BE49-F238E27FC236}">
                    <a16:creationId xmlns:a16="http://schemas.microsoft.com/office/drawing/2014/main" id="{363D5D82-BC8B-CE93-FF20-85E8E45066CA}"/>
                  </a:ext>
                </a:extLst>
              </p:cNvPr>
              <p:cNvSpPr/>
              <p:nvPr/>
            </p:nvSpPr>
            <p:spPr>
              <a:xfrm>
                <a:off x="1783079" y="2521527"/>
                <a:ext cx="36021" cy="36021"/>
              </a:xfrm>
              <a:custGeom>
                <a:avLst/>
                <a:gdLst/>
                <a:ahLst/>
                <a:cxnLst/>
                <a:rect l="0" t="0" r="0" b="0"/>
                <a:pathLst>
                  <a:path w="36021" h="36021">
                    <a:moveTo>
                      <a:pt x="0" y="18010"/>
                    </a:moveTo>
                    <a:cubicBezTo>
                      <a:pt x="0" y="27958"/>
                      <a:pt x="8063" y="36021"/>
                      <a:pt x="18010" y="36021"/>
                    </a:cubicBezTo>
                    <a:cubicBezTo>
                      <a:pt x="27958" y="36021"/>
                      <a:pt x="36021" y="27958"/>
                      <a:pt x="36021" y="18010"/>
                    </a:cubicBezTo>
                    <a:cubicBezTo>
                      <a:pt x="36021" y="8063"/>
                      <a:pt x="27958" y="0"/>
                      <a:pt x="18010" y="0"/>
                    </a:cubicBezTo>
                    <a:cubicBezTo>
                      <a:pt x="8063" y="0"/>
                      <a:pt x="0" y="8063"/>
                      <a:pt x="0" y="18010"/>
                    </a:cubicBezTo>
                    <a:close/>
                  </a:path>
                </a:pathLst>
              </a:custGeom>
              <a:solidFill>
                <a:srgbClr val="2C2C2C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29A4012A-3397-B785-D930-9884461DBD10}"/>
                </a:ext>
              </a:extLst>
            </p:cNvPr>
            <p:cNvGrpSpPr/>
            <p:nvPr/>
          </p:nvGrpSpPr>
          <p:grpSpPr>
            <a:xfrm>
              <a:off x="3338253" y="3176157"/>
              <a:ext cx="81048" cy="729441"/>
              <a:chOff x="1647998" y="2665614"/>
              <a:chExt cx="81048" cy="729441"/>
            </a:xfrm>
          </p:grpSpPr>
          <p:sp>
            <p:nvSpPr>
              <p:cNvPr id="276" name="Rounded Rectangle 43">
                <a:extLst>
                  <a:ext uri="{FF2B5EF4-FFF2-40B4-BE49-F238E27FC236}">
                    <a16:creationId xmlns:a16="http://schemas.microsoft.com/office/drawing/2014/main" id="{2C65A053-5215-E2D0-48B2-76B9FD5FAD01}"/>
                  </a:ext>
                </a:extLst>
              </p:cNvPr>
              <p:cNvSpPr/>
              <p:nvPr/>
            </p:nvSpPr>
            <p:spPr>
              <a:xfrm>
                <a:off x="1657003" y="2665614"/>
                <a:ext cx="72043" cy="720436"/>
              </a:xfrm>
              <a:custGeom>
                <a:avLst/>
                <a:gdLst/>
                <a:ahLst/>
                <a:cxnLst/>
                <a:rect l="0" t="0" r="0" b="0"/>
                <a:pathLst>
                  <a:path w="72043" h="720436">
                    <a:moveTo>
                      <a:pt x="72043" y="0"/>
                    </a:moveTo>
                    <a:lnTo>
                      <a:pt x="72043" y="648392"/>
                    </a:lnTo>
                    <a:cubicBezTo>
                      <a:pt x="72043" y="688181"/>
                      <a:pt x="39788" y="720436"/>
                      <a:pt x="0" y="720436"/>
                    </a:cubicBezTo>
                    <a:lnTo>
                      <a:pt x="0" y="720436"/>
                    </a:lnTo>
                    <a:moveTo>
                      <a:pt x="0" y="144087"/>
                    </a:moveTo>
                    <a:lnTo>
                      <a:pt x="72043" y="144087"/>
                    </a:lnTo>
                    <a:moveTo>
                      <a:pt x="0" y="360218"/>
                    </a:moveTo>
                    <a:lnTo>
                      <a:pt x="72043" y="360218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77" name="Rounded Rectangle 44">
                <a:extLst>
                  <a:ext uri="{FF2B5EF4-FFF2-40B4-BE49-F238E27FC236}">
                    <a16:creationId xmlns:a16="http://schemas.microsoft.com/office/drawing/2014/main" id="{F30008EB-82A5-C7B0-8645-426620F7BD69}"/>
                  </a:ext>
                </a:extLst>
              </p:cNvPr>
              <p:cNvSpPr/>
              <p:nvPr/>
            </p:nvSpPr>
            <p:spPr>
              <a:xfrm>
                <a:off x="1647998" y="3377045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78" name="Rounded Rectangle 45">
                <a:extLst>
                  <a:ext uri="{FF2B5EF4-FFF2-40B4-BE49-F238E27FC236}">
                    <a16:creationId xmlns:a16="http://schemas.microsoft.com/office/drawing/2014/main" id="{E4EF7BFF-7D7E-7DAF-FDA2-9CFD071875CA}"/>
                  </a:ext>
                </a:extLst>
              </p:cNvPr>
              <p:cNvSpPr/>
              <p:nvPr/>
            </p:nvSpPr>
            <p:spPr>
              <a:xfrm>
                <a:off x="1647998" y="2800696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79" name="Rounded Rectangle 46">
                <a:extLst>
                  <a:ext uri="{FF2B5EF4-FFF2-40B4-BE49-F238E27FC236}">
                    <a16:creationId xmlns:a16="http://schemas.microsoft.com/office/drawing/2014/main" id="{3D1CF9C0-F22F-7231-768F-58BACA0E27A6}"/>
                  </a:ext>
                </a:extLst>
              </p:cNvPr>
              <p:cNvSpPr/>
              <p:nvPr/>
            </p:nvSpPr>
            <p:spPr>
              <a:xfrm>
                <a:off x="1647998" y="3016827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DEA9CB5F-B287-842E-5757-0A2BC0F3F47A}"/>
                </a:ext>
              </a:extLst>
            </p:cNvPr>
            <p:cNvGrpSpPr/>
            <p:nvPr/>
          </p:nvGrpSpPr>
          <p:grpSpPr>
            <a:xfrm>
              <a:off x="4013662" y="1807328"/>
              <a:ext cx="162098" cy="1116676"/>
              <a:chOff x="2323407" y="1296785"/>
              <a:chExt cx="162098" cy="1116676"/>
            </a:xfrm>
          </p:grpSpPr>
          <p:sp>
            <p:nvSpPr>
              <p:cNvPr id="274" name="Rounded Rectangle 48">
                <a:extLst>
                  <a:ext uri="{FF2B5EF4-FFF2-40B4-BE49-F238E27FC236}">
                    <a16:creationId xmlns:a16="http://schemas.microsoft.com/office/drawing/2014/main" id="{E49508A9-9888-D870-3BE1-FECC981584F9}"/>
                  </a:ext>
                </a:extLst>
              </p:cNvPr>
              <p:cNvSpPr/>
              <p:nvPr/>
            </p:nvSpPr>
            <p:spPr>
              <a:xfrm>
                <a:off x="2359429" y="1314796"/>
                <a:ext cx="126076" cy="1098665"/>
              </a:xfrm>
              <a:custGeom>
                <a:avLst/>
                <a:gdLst/>
                <a:ahLst/>
                <a:cxnLst/>
                <a:rect l="0" t="0" r="0" b="0"/>
                <a:pathLst>
                  <a:path w="126076" h="1098665">
                    <a:moveTo>
                      <a:pt x="126076" y="1098665"/>
                    </a:moveTo>
                    <a:lnTo>
                      <a:pt x="126076" y="72043"/>
                    </a:lnTo>
                    <a:cubicBezTo>
                      <a:pt x="126076" y="32239"/>
                      <a:pt x="93836" y="0"/>
                      <a:pt x="54032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75" name="Rounded Rectangle 49">
                <a:extLst>
                  <a:ext uri="{FF2B5EF4-FFF2-40B4-BE49-F238E27FC236}">
                    <a16:creationId xmlns:a16="http://schemas.microsoft.com/office/drawing/2014/main" id="{E3BCDF05-5FAD-511C-C160-08A84A48BDE5}"/>
                  </a:ext>
                </a:extLst>
              </p:cNvPr>
              <p:cNvSpPr/>
              <p:nvPr/>
            </p:nvSpPr>
            <p:spPr>
              <a:xfrm>
                <a:off x="2323407" y="1296785"/>
                <a:ext cx="36021" cy="36021"/>
              </a:xfrm>
              <a:custGeom>
                <a:avLst/>
                <a:gdLst/>
                <a:ahLst/>
                <a:cxnLst/>
                <a:rect l="0" t="0" r="0" b="0"/>
                <a:pathLst>
                  <a:path w="36021" h="36021">
                    <a:moveTo>
                      <a:pt x="0" y="18010"/>
                    </a:moveTo>
                    <a:cubicBezTo>
                      <a:pt x="0" y="27958"/>
                      <a:pt x="8063" y="36021"/>
                      <a:pt x="18010" y="36021"/>
                    </a:cubicBezTo>
                    <a:cubicBezTo>
                      <a:pt x="27958" y="36021"/>
                      <a:pt x="36021" y="27958"/>
                      <a:pt x="36021" y="18010"/>
                    </a:cubicBezTo>
                    <a:cubicBezTo>
                      <a:pt x="36021" y="8063"/>
                      <a:pt x="27958" y="0"/>
                      <a:pt x="18010" y="0"/>
                    </a:cubicBezTo>
                    <a:cubicBezTo>
                      <a:pt x="8063" y="0"/>
                      <a:pt x="0" y="8063"/>
                      <a:pt x="0" y="18010"/>
                    </a:cubicBezTo>
                    <a:close/>
                  </a:path>
                </a:pathLst>
              </a:custGeom>
              <a:solidFill>
                <a:srgbClr val="2C2C2C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5E9F8281-443E-6FA2-CBEE-9B9554B99030}"/>
                </a:ext>
              </a:extLst>
            </p:cNvPr>
            <p:cNvGrpSpPr/>
            <p:nvPr/>
          </p:nvGrpSpPr>
          <p:grpSpPr>
            <a:xfrm>
              <a:off x="3878580" y="1951415"/>
              <a:ext cx="81048" cy="585354"/>
              <a:chOff x="2188325" y="1440872"/>
              <a:chExt cx="81048" cy="585354"/>
            </a:xfrm>
          </p:grpSpPr>
          <p:sp>
            <p:nvSpPr>
              <p:cNvPr id="270" name="Rounded Rectangle 51">
                <a:extLst>
                  <a:ext uri="{FF2B5EF4-FFF2-40B4-BE49-F238E27FC236}">
                    <a16:creationId xmlns:a16="http://schemas.microsoft.com/office/drawing/2014/main" id="{6FFDAB0A-629D-AA2C-2112-238128E9AB75}"/>
                  </a:ext>
                </a:extLst>
              </p:cNvPr>
              <p:cNvSpPr/>
              <p:nvPr/>
            </p:nvSpPr>
            <p:spPr>
              <a:xfrm>
                <a:off x="2197330" y="1440872"/>
                <a:ext cx="72043" cy="576349"/>
              </a:xfrm>
              <a:custGeom>
                <a:avLst/>
                <a:gdLst/>
                <a:ahLst/>
                <a:cxnLst/>
                <a:rect l="0" t="0" r="0" b="0"/>
                <a:pathLst>
                  <a:path w="72043" h="576349">
                    <a:moveTo>
                      <a:pt x="72043" y="0"/>
                    </a:moveTo>
                    <a:lnTo>
                      <a:pt x="72043" y="504305"/>
                    </a:lnTo>
                    <a:cubicBezTo>
                      <a:pt x="72043" y="544094"/>
                      <a:pt x="39788" y="576349"/>
                      <a:pt x="0" y="576349"/>
                    </a:cubicBezTo>
                    <a:lnTo>
                      <a:pt x="0" y="576349"/>
                    </a:lnTo>
                    <a:moveTo>
                      <a:pt x="0" y="144087"/>
                    </a:moveTo>
                    <a:lnTo>
                      <a:pt x="72043" y="144087"/>
                    </a:lnTo>
                    <a:moveTo>
                      <a:pt x="0" y="360218"/>
                    </a:moveTo>
                    <a:lnTo>
                      <a:pt x="72043" y="360218"/>
                    </a:lnTo>
                  </a:path>
                </a:pathLst>
              </a:custGeom>
              <a:noFill/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71" name="Rounded Rectangle 52">
                <a:extLst>
                  <a:ext uri="{FF2B5EF4-FFF2-40B4-BE49-F238E27FC236}">
                    <a16:creationId xmlns:a16="http://schemas.microsoft.com/office/drawing/2014/main" id="{5F9511FF-CC51-60C3-578D-32952731B579}"/>
                  </a:ext>
                </a:extLst>
              </p:cNvPr>
              <p:cNvSpPr/>
              <p:nvPr/>
            </p:nvSpPr>
            <p:spPr>
              <a:xfrm>
                <a:off x="2188325" y="2008216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72" name="Rounded Rectangle 53">
                <a:extLst>
                  <a:ext uri="{FF2B5EF4-FFF2-40B4-BE49-F238E27FC236}">
                    <a16:creationId xmlns:a16="http://schemas.microsoft.com/office/drawing/2014/main" id="{8C5581AB-BEAF-2AAA-1B9D-8AFEFD3AC1CF}"/>
                  </a:ext>
                </a:extLst>
              </p:cNvPr>
              <p:cNvSpPr/>
              <p:nvPr/>
            </p:nvSpPr>
            <p:spPr>
              <a:xfrm>
                <a:off x="2188325" y="1575954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73" name="Rounded Rectangle 54">
                <a:extLst>
                  <a:ext uri="{FF2B5EF4-FFF2-40B4-BE49-F238E27FC236}">
                    <a16:creationId xmlns:a16="http://schemas.microsoft.com/office/drawing/2014/main" id="{DA7A0CDD-4990-ECCE-BC5B-50BD016E9091}"/>
                  </a:ext>
                </a:extLst>
              </p:cNvPr>
              <p:cNvSpPr/>
              <p:nvPr/>
            </p:nvSpPr>
            <p:spPr>
              <a:xfrm>
                <a:off x="2188325" y="1792085"/>
                <a:ext cx="18010" cy="18010"/>
              </a:xfrm>
              <a:custGeom>
                <a:avLst/>
                <a:gdLst/>
                <a:ahLst/>
                <a:cxnLst/>
                <a:rect l="0" t="0" r="0" b="0"/>
                <a:pathLst>
                  <a:path w="18010" h="18010">
                    <a:moveTo>
                      <a:pt x="0" y="9005"/>
                    </a:moveTo>
                    <a:cubicBezTo>
                      <a:pt x="0" y="13979"/>
                      <a:pt x="4031" y="18010"/>
                      <a:pt x="9005" y="18010"/>
                    </a:cubicBezTo>
                    <a:cubicBezTo>
                      <a:pt x="13979" y="18010"/>
                      <a:pt x="18010" y="13979"/>
                      <a:pt x="18010" y="9005"/>
                    </a:cubicBezTo>
                    <a:cubicBezTo>
                      <a:pt x="18010" y="4031"/>
                      <a:pt x="13979" y="0"/>
                      <a:pt x="9005" y="0"/>
                    </a:cubicBezTo>
                    <a:cubicBezTo>
                      <a:pt x="4031" y="0"/>
                      <a:pt x="0" y="4031"/>
                      <a:pt x="0" y="9005"/>
                    </a:cubicBezTo>
                    <a:close/>
                  </a:path>
                </a:pathLst>
              </a:custGeom>
              <a:solidFill>
                <a:srgbClr val="F4F4F4"/>
              </a:solidFill>
              <a:ln w="9005">
                <a:solidFill>
                  <a:schemeClr val="accent5">
                    <a:lumMod val="5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600"/>
              </a:p>
            </p:txBody>
          </p:sp>
        </p:grpSp>
        <p:sp>
          <p:nvSpPr>
            <p:cNvPr id="240" name="Rounded Rectangle 56">
              <a:extLst>
                <a:ext uri="{FF2B5EF4-FFF2-40B4-BE49-F238E27FC236}">
                  <a16:creationId xmlns:a16="http://schemas.microsoft.com/office/drawing/2014/main" id="{84049C3C-29DB-F286-7B76-F2E9DC337591}"/>
                </a:ext>
              </a:extLst>
            </p:cNvPr>
            <p:cNvSpPr/>
            <p:nvPr/>
          </p:nvSpPr>
          <p:spPr>
            <a:xfrm>
              <a:off x="4247804" y="3036753"/>
              <a:ext cx="433564" cy="422535"/>
            </a:xfrm>
            <a:custGeom>
              <a:avLst/>
              <a:gdLst/>
              <a:ahLst/>
              <a:cxnLst/>
              <a:rect l="0" t="0" r="0" b="0"/>
              <a:pathLst>
                <a:path w="433564" h="422535">
                  <a:moveTo>
                    <a:pt x="428299" y="201902"/>
                  </a:moveTo>
                  <a:lnTo>
                    <a:pt x="391016" y="164979"/>
                  </a:lnTo>
                  <a:cubicBezTo>
                    <a:pt x="387066" y="161239"/>
                    <a:pt x="381314" y="160116"/>
                    <a:pt x="376247" y="162098"/>
                  </a:cubicBezTo>
                  <a:cubicBezTo>
                    <a:pt x="371240" y="164199"/>
                    <a:pt x="367974" y="169092"/>
                    <a:pt x="367962" y="174525"/>
                  </a:cubicBezTo>
                  <a:lnTo>
                    <a:pt x="367962" y="197939"/>
                  </a:lnTo>
                  <a:lnTo>
                    <a:pt x="288174" y="197939"/>
                  </a:lnTo>
                  <a:cubicBezTo>
                    <a:pt x="284314" y="188226"/>
                    <a:pt x="276431" y="180667"/>
                    <a:pt x="266561" y="177227"/>
                  </a:cubicBezTo>
                  <a:lnTo>
                    <a:pt x="266561" y="110046"/>
                  </a:lnTo>
                  <a:lnTo>
                    <a:pt x="308346" y="110046"/>
                  </a:lnTo>
                  <a:cubicBezTo>
                    <a:pt x="318294" y="110046"/>
                    <a:pt x="326357" y="101983"/>
                    <a:pt x="326357" y="92035"/>
                  </a:cubicBezTo>
                  <a:lnTo>
                    <a:pt x="326357" y="18010"/>
                  </a:lnTo>
                  <a:cubicBezTo>
                    <a:pt x="326357" y="8062"/>
                    <a:pt x="318294" y="0"/>
                    <a:pt x="308346" y="0"/>
                  </a:cubicBezTo>
                  <a:lnTo>
                    <a:pt x="198119" y="0"/>
                  </a:lnTo>
                  <a:cubicBezTo>
                    <a:pt x="188171" y="0"/>
                    <a:pt x="180109" y="8062"/>
                    <a:pt x="180109" y="18010"/>
                  </a:cubicBezTo>
                  <a:lnTo>
                    <a:pt x="180109" y="91675"/>
                  </a:lnTo>
                  <a:cubicBezTo>
                    <a:pt x="180109" y="101623"/>
                    <a:pt x="188171" y="109686"/>
                    <a:pt x="198119" y="109686"/>
                  </a:cubicBezTo>
                  <a:lnTo>
                    <a:pt x="239545" y="109686"/>
                  </a:lnTo>
                  <a:lnTo>
                    <a:pt x="239545" y="177227"/>
                  </a:lnTo>
                  <a:cubicBezTo>
                    <a:pt x="229951" y="180841"/>
                    <a:pt x="222350" y="188376"/>
                    <a:pt x="218652" y="197939"/>
                  </a:cubicBezTo>
                  <a:lnTo>
                    <a:pt x="121393" y="197939"/>
                  </a:lnTo>
                  <a:cubicBezTo>
                    <a:pt x="116620" y="183014"/>
                    <a:pt x="102752" y="172886"/>
                    <a:pt x="87082" y="172886"/>
                  </a:cubicBezTo>
                  <a:cubicBezTo>
                    <a:pt x="71413" y="172886"/>
                    <a:pt x="57544" y="183014"/>
                    <a:pt x="52771" y="197939"/>
                  </a:cubicBezTo>
                  <a:lnTo>
                    <a:pt x="13508" y="197939"/>
                  </a:lnTo>
                  <a:cubicBezTo>
                    <a:pt x="6045" y="197939"/>
                    <a:pt x="0" y="203985"/>
                    <a:pt x="0" y="211448"/>
                  </a:cubicBezTo>
                  <a:cubicBezTo>
                    <a:pt x="0" y="218910"/>
                    <a:pt x="6045" y="224956"/>
                    <a:pt x="13508" y="224956"/>
                  </a:cubicBezTo>
                  <a:lnTo>
                    <a:pt x="52771" y="224956"/>
                  </a:lnTo>
                  <a:cubicBezTo>
                    <a:pt x="56470" y="234520"/>
                    <a:pt x="64070" y="242054"/>
                    <a:pt x="73664" y="245668"/>
                  </a:cubicBezTo>
                  <a:lnTo>
                    <a:pt x="73664" y="312849"/>
                  </a:lnTo>
                  <a:lnTo>
                    <a:pt x="31879" y="312849"/>
                  </a:lnTo>
                  <a:cubicBezTo>
                    <a:pt x="21931" y="312849"/>
                    <a:pt x="13868" y="320912"/>
                    <a:pt x="13868" y="330860"/>
                  </a:cubicBezTo>
                  <a:lnTo>
                    <a:pt x="13868" y="404525"/>
                  </a:lnTo>
                  <a:cubicBezTo>
                    <a:pt x="13868" y="414473"/>
                    <a:pt x="21931" y="422535"/>
                    <a:pt x="31879" y="422535"/>
                  </a:cubicBezTo>
                  <a:lnTo>
                    <a:pt x="142466" y="422535"/>
                  </a:lnTo>
                  <a:cubicBezTo>
                    <a:pt x="152414" y="422535"/>
                    <a:pt x="160477" y="414473"/>
                    <a:pt x="160477" y="404525"/>
                  </a:cubicBezTo>
                  <a:lnTo>
                    <a:pt x="160477" y="331220"/>
                  </a:lnTo>
                  <a:cubicBezTo>
                    <a:pt x="160477" y="321272"/>
                    <a:pt x="152414" y="313209"/>
                    <a:pt x="142466" y="313209"/>
                  </a:cubicBezTo>
                  <a:lnTo>
                    <a:pt x="100680" y="313209"/>
                  </a:lnTo>
                  <a:lnTo>
                    <a:pt x="100680" y="245668"/>
                  </a:lnTo>
                  <a:cubicBezTo>
                    <a:pt x="110208" y="242012"/>
                    <a:pt x="117737" y="234484"/>
                    <a:pt x="121393" y="224956"/>
                  </a:cubicBezTo>
                  <a:lnTo>
                    <a:pt x="218652" y="224956"/>
                  </a:lnTo>
                  <a:cubicBezTo>
                    <a:pt x="223425" y="239881"/>
                    <a:pt x="237293" y="250009"/>
                    <a:pt x="252963" y="250009"/>
                  </a:cubicBezTo>
                  <a:cubicBezTo>
                    <a:pt x="268632" y="250009"/>
                    <a:pt x="282501" y="239881"/>
                    <a:pt x="287274" y="224956"/>
                  </a:cubicBezTo>
                  <a:lnTo>
                    <a:pt x="367962" y="224956"/>
                  </a:lnTo>
                  <a:lnTo>
                    <a:pt x="367962" y="248370"/>
                  </a:lnTo>
                  <a:cubicBezTo>
                    <a:pt x="367974" y="253803"/>
                    <a:pt x="371240" y="258696"/>
                    <a:pt x="376247" y="260797"/>
                  </a:cubicBezTo>
                  <a:cubicBezTo>
                    <a:pt x="377892" y="261518"/>
                    <a:pt x="379675" y="261884"/>
                    <a:pt x="381471" y="261878"/>
                  </a:cubicBezTo>
                  <a:cubicBezTo>
                    <a:pt x="385037" y="261800"/>
                    <a:pt x="388441" y="260389"/>
                    <a:pt x="391016" y="257916"/>
                  </a:cubicBezTo>
                  <a:lnTo>
                    <a:pt x="428299" y="220993"/>
                  </a:lnTo>
                  <a:cubicBezTo>
                    <a:pt x="433564" y="215722"/>
                    <a:pt x="433564" y="207173"/>
                    <a:pt x="428299" y="201902"/>
                  </a:cubicBezTo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41" name="Rounded Rectangle 57">
              <a:extLst>
                <a:ext uri="{FF2B5EF4-FFF2-40B4-BE49-F238E27FC236}">
                  <a16:creationId xmlns:a16="http://schemas.microsoft.com/office/drawing/2014/main" id="{E03896B7-B9C5-EFAA-78AB-B155B5C37999}"/>
                </a:ext>
              </a:extLst>
            </p:cNvPr>
            <p:cNvSpPr/>
            <p:nvPr/>
          </p:nvSpPr>
          <p:spPr>
            <a:xfrm>
              <a:off x="3781357" y="1722863"/>
              <a:ext cx="176428" cy="168924"/>
            </a:xfrm>
            <a:custGeom>
              <a:avLst/>
              <a:gdLst/>
              <a:ahLst/>
              <a:cxnLst/>
              <a:rect l="0" t="0" r="0" b="0"/>
              <a:pathLst>
                <a:path w="176428" h="168924">
                  <a:moveTo>
                    <a:pt x="2167" y="2167"/>
                  </a:moveTo>
                  <a:cubicBezTo>
                    <a:pt x="3602" y="768"/>
                    <a:pt x="5541" y="0"/>
                    <a:pt x="7546" y="42"/>
                  </a:cubicBezTo>
                  <a:lnTo>
                    <a:pt x="97601" y="42"/>
                  </a:lnTo>
                  <a:cubicBezTo>
                    <a:pt x="99600" y="6"/>
                    <a:pt x="101539" y="768"/>
                    <a:pt x="102974" y="2167"/>
                  </a:cubicBezTo>
                  <a:cubicBezTo>
                    <a:pt x="104373" y="3602"/>
                    <a:pt x="105135" y="5541"/>
                    <a:pt x="105105" y="7546"/>
                  </a:cubicBezTo>
                  <a:lnTo>
                    <a:pt x="105105" y="26307"/>
                  </a:lnTo>
                  <a:cubicBezTo>
                    <a:pt x="105135" y="28307"/>
                    <a:pt x="104373" y="30246"/>
                    <a:pt x="102974" y="31681"/>
                  </a:cubicBezTo>
                  <a:cubicBezTo>
                    <a:pt x="101539" y="33080"/>
                    <a:pt x="99600" y="33842"/>
                    <a:pt x="97601" y="33812"/>
                  </a:cubicBezTo>
                  <a:lnTo>
                    <a:pt x="7546" y="33812"/>
                  </a:lnTo>
                  <a:cubicBezTo>
                    <a:pt x="5541" y="33848"/>
                    <a:pt x="3602" y="33080"/>
                    <a:pt x="2167" y="31681"/>
                  </a:cubicBezTo>
                  <a:cubicBezTo>
                    <a:pt x="768" y="30246"/>
                    <a:pt x="0" y="28307"/>
                    <a:pt x="42" y="26307"/>
                  </a:cubicBezTo>
                  <a:lnTo>
                    <a:pt x="42" y="7546"/>
                  </a:lnTo>
                  <a:cubicBezTo>
                    <a:pt x="42" y="5565"/>
                    <a:pt x="714" y="3626"/>
                    <a:pt x="2167" y="2167"/>
                  </a:cubicBezTo>
                  <a:moveTo>
                    <a:pt x="45069" y="90096"/>
                  </a:moveTo>
                  <a:cubicBezTo>
                    <a:pt x="43064" y="90060"/>
                    <a:pt x="41124" y="90823"/>
                    <a:pt x="39690" y="92221"/>
                  </a:cubicBezTo>
                  <a:cubicBezTo>
                    <a:pt x="38291" y="93656"/>
                    <a:pt x="37528" y="95595"/>
                    <a:pt x="37564" y="97601"/>
                  </a:cubicBezTo>
                  <a:lnTo>
                    <a:pt x="37564" y="116362"/>
                  </a:lnTo>
                  <a:cubicBezTo>
                    <a:pt x="37528" y="118361"/>
                    <a:pt x="38291" y="120300"/>
                    <a:pt x="39690" y="121735"/>
                  </a:cubicBezTo>
                  <a:cubicBezTo>
                    <a:pt x="41124" y="123134"/>
                    <a:pt x="43064" y="123897"/>
                    <a:pt x="45069" y="123867"/>
                  </a:cubicBezTo>
                  <a:lnTo>
                    <a:pt x="168894" y="123867"/>
                  </a:lnTo>
                  <a:cubicBezTo>
                    <a:pt x="170893" y="123897"/>
                    <a:pt x="172832" y="123134"/>
                    <a:pt x="174267" y="121735"/>
                  </a:cubicBezTo>
                  <a:cubicBezTo>
                    <a:pt x="175666" y="120300"/>
                    <a:pt x="176428" y="118361"/>
                    <a:pt x="176398" y="116362"/>
                  </a:cubicBezTo>
                  <a:lnTo>
                    <a:pt x="176398" y="97601"/>
                  </a:lnTo>
                  <a:cubicBezTo>
                    <a:pt x="176428" y="95595"/>
                    <a:pt x="175666" y="93656"/>
                    <a:pt x="174267" y="92221"/>
                  </a:cubicBezTo>
                  <a:cubicBezTo>
                    <a:pt x="172832" y="90823"/>
                    <a:pt x="170893" y="90060"/>
                    <a:pt x="168894" y="90096"/>
                  </a:cubicBezTo>
                  <a:lnTo>
                    <a:pt x="45069" y="90096"/>
                  </a:lnTo>
                  <a:moveTo>
                    <a:pt x="110983" y="137249"/>
                  </a:moveTo>
                  <a:cubicBezTo>
                    <a:pt x="112418" y="135850"/>
                    <a:pt x="114357" y="135087"/>
                    <a:pt x="116362" y="135123"/>
                  </a:cubicBezTo>
                  <a:lnTo>
                    <a:pt x="168894" y="135123"/>
                  </a:lnTo>
                  <a:cubicBezTo>
                    <a:pt x="170893" y="135087"/>
                    <a:pt x="172832" y="135850"/>
                    <a:pt x="174267" y="137249"/>
                  </a:cubicBezTo>
                  <a:cubicBezTo>
                    <a:pt x="175666" y="138683"/>
                    <a:pt x="176428" y="140623"/>
                    <a:pt x="176398" y="142628"/>
                  </a:cubicBezTo>
                  <a:lnTo>
                    <a:pt x="176398" y="161389"/>
                  </a:lnTo>
                  <a:cubicBezTo>
                    <a:pt x="176428" y="163388"/>
                    <a:pt x="175666" y="165328"/>
                    <a:pt x="174267" y="166763"/>
                  </a:cubicBezTo>
                  <a:cubicBezTo>
                    <a:pt x="172832" y="168161"/>
                    <a:pt x="170893" y="168924"/>
                    <a:pt x="168894" y="168894"/>
                  </a:cubicBezTo>
                  <a:lnTo>
                    <a:pt x="116362" y="168894"/>
                  </a:lnTo>
                  <a:cubicBezTo>
                    <a:pt x="114357" y="168924"/>
                    <a:pt x="112418" y="168161"/>
                    <a:pt x="110983" y="166763"/>
                  </a:cubicBezTo>
                  <a:cubicBezTo>
                    <a:pt x="109584" y="165328"/>
                    <a:pt x="108821" y="163388"/>
                    <a:pt x="108857" y="161389"/>
                  </a:cubicBezTo>
                  <a:lnTo>
                    <a:pt x="108857" y="142628"/>
                  </a:lnTo>
                  <a:cubicBezTo>
                    <a:pt x="108821" y="140623"/>
                    <a:pt x="109584" y="138683"/>
                    <a:pt x="110983" y="137249"/>
                  </a:cubicBezTo>
                  <a:moveTo>
                    <a:pt x="104649" y="41539"/>
                  </a:moveTo>
                  <a:cubicBezTo>
                    <a:pt x="103340" y="40194"/>
                    <a:pt x="101533" y="39431"/>
                    <a:pt x="99654" y="39431"/>
                  </a:cubicBezTo>
                  <a:cubicBezTo>
                    <a:pt x="97775" y="39431"/>
                    <a:pt x="95968" y="40194"/>
                    <a:pt x="94659" y="41539"/>
                  </a:cubicBezTo>
                  <a:lnTo>
                    <a:pt x="79241" y="56950"/>
                  </a:lnTo>
                  <a:cubicBezTo>
                    <a:pt x="77897" y="58265"/>
                    <a:pt x="77134" y="60072"/>
                    <a:pt x="77134" y="61951"/>
                  </a:cubicBezTo>
                  <a:cubicBezTo>
                    <a:pt x="77134" y="63830"/>
                    <a:pt x="77897" y="65637"/>
                    <a:pt x="79241" y="66946"/>
                  </a:cubicBezTo>
                  <a:lnTo>
                    <a:pt x="94659" y="82363"/>
                  </a:lnTo>
                  <a:cubicBezTo>
                    <a:pt x="96064" y="83720"/>
                    <a:pt x="97949" y="84477"/>
                    <a:pt x="99912" y="84465"/>
                  </a:cubicBezTo>
                  <a:cubicBezTo>
                    <a:pt x="101299" y="84465"/>
                    <a:pt x="103604" y="84014"/>
                    <a:pt x="104961" y="82057"/>
                  </a:cubicBezTo>
                  <a:lnTo>
                    <a:pt x="120066" y="66952"/>
                  </a:lnTo>
                  <a:cubicBezTo>
                    <a:pt x="121411" y="65637"/>
                    <a:pt x="122174" y="63830"/>
                    <a:pt x="122174" y="61951"/>
                  </a:cubicBezTo>
                  <a:cubicBezTo>
                    <a:pt x="122174" y="60072"/>
                    <a:pt x="121411" y="58265"/>
                    <a:pt x="120066" y="56950"/>
                  </a:cubicBezTo>
                  <a:lnTo>
                    <a:pt x="104649" y="41539"/>
                  </a:lnTo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42" name="Rounded Rectangle 58">
              <a:extLst>
                <a:ext uri="{FF2B5EF4-FFF2-40B4-BE49-F238E27FC236}">
                  <a16:creationId xmlns:a16="http://schemas.microsoft.com/office/drawing/2014/main" id="{1F45C628-C952-9607-04FD-6AF786AE2553}"/>
                </a:ext>
              </a:extLst>
            </p:cNvPr>
            <p:cNvSpPr/>
            <p:nvPr/>
          </p:nvSpPr>
          <p:spPr>
            <a:xfrm>
              <a:off x="3995651" y="4383218"/>
              <a:ext cx="180109" cy="179778"/>
            </a:xfrm>
            <a:custGeom>
              <a:avLst/>
              <a:gdLst/>
              <a:ahLst/>
              <a:cxnLst/>
              <a:rect l="0" t="0" r="0" b="0"/>
              <a:pathLst>
                <a:path w="180109" h="179778">
                  <a:moveTo>
                    <a:pt x="128850" y="128375"/>
                  </a:moveTo>
                  <a:cubicBezTo>
                    <a:pt x="128850" y="137987"/>
                    <a:pt x="136648" y="145786"/>
                    <a:pt x="146260" y="145786"/>
                  </a:cubicBezTo>
                  <a:cubicBezTo>
                    <a:pt x="155878" y="145786"/>
                    <a:pt x="163677" y="137987"/>
                    <a:pt x="163677" y="128375"/>
                  </a:cubicBezTo>
                  <a:cubicBezTo>
                    <a:pt x="163677" y="118757"/>
                    <a:pt x="155878" y="110959"/>
                    <a:pt x="146260" y="110959"/>
                  </a:cubicBezTo>
                  <a:cubicBezTo>
                    <a:pt x="136648" y="110959"/>
                    <a:pt x="128850" y="118757"/>
                    <a:pt x="128850" y="128375"/>
                  </a:cubicBezTo>
                  <a:moveTo>
                    <a:pt x="16510" y="128375"/>
                  </a:moveTo>
                  <a:cubicBezTo>
                    <a:pt x="16510" y="137987"/>
                    <a:pt x="24302" y="145786"/>
                    <a:pt x="33920" y="145786"/>
                  </a:cubicBezTo>
                  <a:cubicBezTo>
                    <a:pt x="43538" y="145786"/>
                    <a:pt x="51331" y="137987"/>
                    <a:pt x="51331" y="128375"/>
                  </a:cubicBezTo>
                  <a:cubicBezTo>
                    <a:pt x="51331" y="118757"/>
                    <a:pt x="43538" y="110959"/>
                    <a:pt x="33920" y="110959"/>
                  </a:cubicBezTo>
                  <a:cubicBezTo>
                    <a:pt x="24302" y="110959"/>
                    <a:pt x="16510" y="118757"/>
                    <a:pt x="16510" y="128375"/>
                  </a:cubicBezTo>
                  <a:moveTo>
                    <a:pt x="136282" y="179778"/>
                  </a:moveTo>
                  <a:lnTo>
                    <a:pt x="180109" y="179778"/>
                  </a:lnTo>
                  <a:cubicBezTo>
                    <a:pt x="171866" y="164625"/>
                    <a:pt x="154257" y="157157"/>
                    <a:pt x="137633" y="161767"/>
                  </a:cubicBezTo>
                  <a:cubicBezTo>
                    <a:pt x="134577" y="162764"/>
                    <a:pt x="131653" y="164121"/>
                    <a:pt x="128928" y="165820"/>
                  </a:cubicBezTo>
                  <a:cubicBezTo>
                    <a:pt x="131941" y="170155"/>
                    <a:pt x="134409" y="174843"/>
                    <a:pt x="136282" y="179778"/>
                  </a:cubicBezTo>
                  <a:moveTo>
                    <a:pt x="50730" y="165598"/>
                  </a:moveTo>
                  <a:cubicBezTo>
                    <a:pt x="48155" y="163971"/>
                    <a:pt x="45381" y="162686"/>
                    <a:pt x="42475" y="161767"/>
                  </a:cubicBezTo>
                  <a:cubicBezTo>
                    <a:pt x="25851" y="157157"/>
                    <a:pt x="8242" y="164625"/>
                    <a:pt x="0" y="179778"/>
                  </a:cubicBezTo>
                  <a:lnTo>
                    <a:pt x="43076" y="179778"/>
                  </a:lnTo>
                  <a:cubicBezTo>
                    <a:pt x="45081" y="174777"/>
                    <a:pt x="47650" y="170016"/>
                    <a:pt x="50730" y="165598"/>
                  </a:cubicBezTo>
                  <a:moveTo>
                    <a:pt x="128099" y="179778"/>
                  </a:moveTo>
                  <a:cubicBezTo>
                    <a:pt x="122029" y="163821"/>
                    <a:pt x="107104" y="152960"/>
                    <a:pt x="90054" y="152090"/>
                  </a:cubicBezTo>
                  <a:cubicBezTo>
                    <a:pt x="72740" y="152708"/>
                    <a:pt x="57472" y="163605"/>
                    <a:pt x="51259" y="179778"/>
                  </a:cubicBezTo>
                  <a:lnTo>
                    <a:pt x="128099" y="179778"/>
                  </a:lnTo>
                  <a:moveTo>
                    <a:pt x="77675" y="55353"/>
                  </a:moveTo>
                  <a:cubicBezTo>
                    <a:pt x="77675" y="61987"/>
                    <a:pt x="83048" y="67360"/>
                    <a:pt x="89682" y="67360"/>
                  </a:cubicBezTo>
                  <a:cubicBezTo>
                    <a:pt x="96310" y="67360"/>
                    <a:pt x="101689" y="61987"/>
                    <a:pt x="101689" y="55353"/>
                  </a:cubicBezTo>
                  <a:cubicBezTo>
                    <a:pt x="101689" y="48719"/>
                    <a:pt x="96310" y="43346"/>
                    <a:pt x="89682" y="43346"/>
                  </a:cubicBezTo>
                  <a:cubicBezTo>
                    <a:pt x="83048" y="43346"/>
                    <a:pt x="77675" y="48719"/>
                    <a:pt x="77675" y="55353"/>
                  </a:cubicBezTo>
                  <a:moveTo>
                    <a:pt x="127577" y="57833"/>
                  </a:moveTo>
                  <a:cubicBezTo>
                    <a:pt x="126286" y="56404"/>
                    <a:pt x="126286" y="54230"/>
                    <a:pt x="127577" y="52801"/>
                  </a:cubicBezTo>
                  <a:lnTo>
                    <a:pt x="135754" y="44697"/>
                  </a:lnTo>
                  <a:cubicBezTo>
                    <a:pt x="140106" y="40128"/>
                    <a:pt x="140875" y="33224"/>
                    <a:pt x="137633" y="27814"/>
                  </a:cubicBezTo>
                  <a:cubicBezTo>
                    <a:pt x="134553" y="22375"/>
                    <a:pt x="128243" y="19649"/>
                    <a:pt x="122174" y="21132"/>
                  </a:cubicBezTo>
                  <a:lnTo>
                    <a:pt x="110917" y="23756"/>
                  </a:lnTo>
                  <a:cubicBezTo>
                    <a:pt x="109050" y="24116"/>
                    <a:pt x="107212" y="23017"/>
                    <a:pt x="106642" y="21204"/>
                  </a:cubicBezTo>
                  <a:lnTo>
                    <a:pt x="103262" y="10104"/>
                  </a:lnTo>
                  <a:cubicBezTo>
                    <a:pt x="101461" y="4106"/>
                    <a:pt x="95938" y="0"/>
                    <a:pt x="89682" y="0"/>
                  </a:cubicBezTo>
                  <a:cubicBezTo>
                    <a:pt x="83420" y="0"/>
                    <a:pt x="77897" y="4106"/>
                    <a:pt x="76096" y="10104"/>
                  </a:cubicBezTo>
                  <a:lnTo>
                    <a:pt x="72716" y="20832"/>
                  </a:lnTo>
                  <a:cubicBezTo>
                    <a:pt x="72205" y="22657"/>
                    <a:pt x="70368" y="23768"/>
                    <a:pt x="68513" y="23384"/>
                  </a:cubicBezTo>
                  <a:lnTo>
                    <a:pt x="57184" y="20754"/>
                  </a:lnTo>
                  <a:cubicBezTo>
                    <a:pt x="51114" y="19247"/>
                    <a:pt x="44787" y="21979"/>
                    <a:pt x="41725" y="27436"/>
                  </a:cubicBezTo>
                  <a:cubicBezTo>
                    <a:pt x="38345" y="32947"/>
                    <a:pt x="39113" y="40044"/>
                    <a:pt x="43604" y="44697"/>
                  </a:cubicBezTo>
                  <a:lnTo>
                    <a:pt x="51553" y="52801"/>
                  </a:lnTo>
                  <a:cubicBezTo>
                    <a:pt x="52844" y="54230"/>
                    <a:pt x="52844" y="56404"/>
                    <a:pt x="51553" y="57833"/>
                  </a:cubicBezTo>
                  <a:lnTo>
                    <a:pt x="43604" y="66310"/>
                  </a:lnTo>
                  <a:cubicBezTo>
                    <a:pt x="39299" y="70902"/>
                    <a:pt x="38537" y="77771"/>
                    <a:pt x="41725" y="83198"/>
                  </a:cubicBezTo>
                  <a:cubicBezTo>
                    <a:pt x="44811" y="88613"/>
                    <a:pt x="51150" y="91285"/>
                    <a:pt x="57184" y="89724"/>
                  </a:cubicBezTo>
                  <a:lnTo>
                    <a:pt x="68519" y="87172"/>
                  </a:lnTo>
                  <a:cubicBezTo>
                    <a:pt x="70356" y="86740"/>
                    <a:pt x="72205" y="87833"/>
                    <a:pt x="72716" y="89646"/>
                  </a:cubicBezTo>
                  <a:lnTo>
                    <a:pt x="74745" y="96106"/>
                  </a:lnTo>
                  <a:cubicBezTo>
                    <a:pt x="84056" y="90678"/>
                    <a:pt x="95595" y="90823"/>
                    <a:pt x="104763" y="96478"/>
                  </a:cubicBezTo>
                  <a:lnTo>
                    <a:pt x="106864" y="89646"/>
                  </a:lnTo>
                  <a:cubicBezTo>
                    <a:pt x="107441" y="87845"/>
                    <a:pt x="109290" y="86776"/>
                    <a:pt x="111145" y="87172"/>
                  </a:cubicBezTo>
                  <a:lnTo>
                    <a:pt x="122396" y="89724"/>
                  </a:lnTo>
                  <a:cubicBezTo>
                    <a:pt x="128471" y="91291"/>
                    <a:pt x="134835" y="88541"/>
                    <a:pt x="137861" y="83048"/>
                  </a:cubicBezTo>
                  <a:cubicBezTo>
                    <a:pt x="141097" y="77633"/>
                    <a:pt x="140328" y="70728"/>
                    <a:pt x="135982" y="66160"/>
                  </a:cubicBezTo>
                  <a:lnTo>
                    <a:pt x="127577" y="57833"/>
                  </a:lnTo>
                  <a:moveTo>
                    <a:pt x="90054" y="79290"/>
                  </a:moveTo>
                  <a:cubicBezTo>
                    <a:pt x="80334" y="79290"/>
                    <a:pt x="71575" y="73436"/>
                    <a:pt x="67859" y="64449"/>
                  </a:cubicBezTo>
                  <a:cubicBezTo>
                    <a:pt x="64148" y="55467"/>
                    <a:pt x="66214" y="45135"/>
                    <a:pt x="73100" y="38273"/>
                  </a:cubicBezTo>
                  <a:cubicBezTo>
                    <a:pt x="79986" y="31411"/>
                    <a:pt x="90324" y="29375"/>
                    <a:pt x="99294" y="33116"/>
                  </a:cubicBezTo>
                  <a:cubicBezTo>
                    <a:pt x="108269" y="36856"/>
                    <a:pt x="114099" y="45633"/>
                    <a:pt x="114069" y="55353"/>
                  </a:cubicBezTo>
                  <a:cubicBezTo>
                    <a:pt x="114069" y="61717"/>
                    <a:pt x="111535" y="67817"/>
                    <a:pt x="107032" y="72307"/>
                  </a:cubicBezTo>
                  <a:cubicBezTo>
                    <a:pt x="102524" y="76798"/>
                    <a:pt x="96418" y="79314"/>
                    <a:pt x="90054" y="79296"/>
                  </a:cubicBezTo>
                  <a:moveTo>
                    <a:pt x="67462" y="121621"/>
                  </a:moveTo>
                  <a:cubicBezTo>
                    <a:pt x="67468" y="133676"/>
                    <a:pt x="77242" y="143456"/>
                    <a:pt x="89304" y="143456"/>
                  </a:cubicBezTo>
                  <a:cubicBezTo>
                    <a:pt x="101365" y="143456"/>
                    <a:pt x="111145" y="133676"/>
                    <a:pt x="111145" y="121621"/>
                  </a:cubicBezTo>
                  <a:cubicBezTo>
                    <a:pt x="111145" y="109560"/>
                    <a:pt x="101365" y="99780"/>
                    <a:pt x="89304" y="99780"/>
                  </a:cubicBezTo>
                  <a:cubicBezTo>
                    <a:pt x="77242" y="99780"/>
                    <a:pt x="67468" y="109560"/>
                    <a:pt x="67468" y="121621"/>
                  </a:cubicBezTo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43" name="Rounded Rectangle 59">
              <a:extLst>
                <a:ext uri="{FF2B5EF4-FFF2-40B4-BE49-F238E27FC236}">
                  <a16:creationId xmlns:a16="http://schemas.microsoft.com/office/drawing/2014/main" id="{BE43BD74-39C7-D129-4A50-A68A77D9B8CF}"/>
                </a:ext>
              </a:extLst>
            </p:cNvPr>
            <p:cNvSpPr/>
            <p:nvPr/>
          </p:nvSpPr>
          <p:spPr>
            <a:xfrm>
              <a:off x="4970119" y="1357055"/>
              <a:ext cx="176356" cy="180109"/>
            </a:xfrm>
            <a:custGeom>
              <a:avLst/>
              <a:gdLst/>
              <a:ahLst/>
              <a:cxnLst/>
              <a:rect l="0" t="0" r="0" b="0"/>
              <a:pathLst>
                <a:path w="176356" h="180109">
                  <a:moveTo>
                    <a:pt x="140707" y="142586"/>
                  </a:moveTo>
                  <a:cubicBezTo>
                    <a:pt x="139806" y="142412"/>
                    <a:pt x="139152" y="141625"/>
                    <a:pt x="139128" y="140707"/>
                  </a:cubicBezTo>
                  <a:lnTo>
                    <a:pt x="139128" y="123824"/>
                  </a:lnTo>
                  <a:cubicBezTo>
                    <a:pt x="139134" y="119682"/>
                    <a:pt x="135772" y="116320"/>
                    <a:pt x="131629" y="116320"/>
                  </a:cubicBezTo>
                  <a:cubicBezTo>
                    <a:pt x="127481" y="116320"/>
                    <a:pt x="124125" y="119682"/>
                    <a:pt x="124125" y="123824"/>
                  </a:cubicBezTo>
                  <a:lnTo>
                    <a:pt x="124125" y="140713"/>
                  </a:lnTo>
                  <a:cubicBezTo>
                    <a:pt x="124125" y="141745"/>
                    <a:pt x="123284" y="142586"/>
                    <a:pt x="122246" y="142586"/>
                  </a:cubicBezTo>
                  <a:lnTo>
                    <a:pt x="58157" y="142586"/>
                  </a:lnTo>
                  <a:cubicBezTo>
                    <a:pt x="57118" y="142586"/>
                    <a:pt x="56284" y="141745"/>
                    <a:pt x="56284" y="140713"/>
                  </a:cubicBezTo>
                  <a:lnTo>
                    <a:pt x="56284" y="123824"/>
                  </a:lnTo>
                  <a:cubicBezTo>
                    <a:pt x="56284" y="119682"/>
                    <a:pt x="52922" y="116320"/>
                    <a:pt x="48779" y="116320"/>
                  </a:cubicBezTo>
                  <a:cubicBezTo>
                    <a:pt x="44631" y="116320"/>
                    <a:pt x="41275" y="119682"/>
                    <a:pt x="41275" y="123824"/>
                  </a:cubicBezTo>
                  <a:lnTo>
                    <a:pt x="41275" y="140863"/>
                  </a:lnTo>
                  <a:cubicBezTo>
                    <a:pt x="41250" y="141775"/>
                    <a:pt x="40596" y="142562"/>
                    <a:pt x="39696" y="142736"/>
                  </a:cubicBezTo>
                  <a:cubicBezTo>
                    <a:pt x="34160" y="143516"/>
                    <a:pt x="30036" y="148247"/>
                    <a:pt x="30018" y="153843"/>
                  </a:cubicBezTo>
                  <a:lnTo>
                    <a:pt x="30018" y="168852"/>
                  </a:lnTo>
                  <a:cubicBezTo>
                    <a:pt x="30018" y="175072"/>
                    <a:pt x="35055" y="180109"/>
                    <a:pt x="41275" y="180109"/>
                  </a:cubicBezTo>
                  <a:lnTo>
                    <a:pt x="138834" y="180109"/>
                  </a:lnTo>
                  <a:cubicBezTo>
                    <a:pt x="145047" y="180109"/>
                    <a:pt x="150090" y="175072"/>
                    <a:pt x="150090" y="168852"/>
                  </a:cubicBezTo>
                  <a:lnTo>
                    <a:pt x="150090" y="153843"/>
                  </a:lnTo>
                  <a:cubicBezTo>
                    <a:pt x="150162" y="148289"/>
                    <a:pt x="146182" y="143510"/>
                    <a:pt x="140707" y="142586"/>
                  </a:cubicBezTo>
                  <a:moveTo>
                    <a:pt x="90054" y="161347"/>
                  </a:moveTo>
                  <a:cubicBezTo>
                    <a:pt x="90054" y="165490"/>
                    <a:pt x="86692" y="168852"/>
                    <a:pt x="82550" y="168852"/>
                  </a:cubicBezTo>
                  <a:cubicBezTo>
                    <a:pt x="78401" y="168852"/>
                    <a:pt x="75045" y="165490"/>
                    <a:pt x="75045" y="161347"/>
                  </a:cubicBezTo>
                  <a:cubicBezTo>
                    <a:pt x="75045" y="157205"/>
                    <a:pt x="78401" y="153843"/>
                    <a:pt x="82550" y="153843"/>
                  </a:cubicBezTo>
                  <a:cubicBezTo>
                    <a:pt x="86692" y="153843"/>
                    <a:pt x="90054" y="157205"/>
                    <a:pt x="90054" y="161347"/>
                  </a:cubicBezTo>
                  <a:moveTo>
                    <a:pt x="56284" y="153843"/>
                  </a:moveTo>
                  <a:cubicBezTo>
                    <a:pt x="60426" y="153843"/>
                    <a:pt x="63788" y="157205"/>
                    <a:pt x="63788" y="161347"/>
                  </a:cubicBezTo>
                  <a:cubicBezTo>
                    <a:pt x="63788" y="165490"/>
                    <a:pt x="60426" y="168852"/>
                    <a:pt x="56284" y="168852"/>
                  </a:cubicBezTo>
                  <a:cubicBezTo>
                    <a:pt x="52135" y="168852"/>
                    <a:pt x="48779" y="165490"/>
                    <a:pt x="48779" y="161347"/>
                  </a:cubicBezTo>
                  <a:cubicBezTo>
                    <a:pt x="48779" y="157205"/>
                    <a:pt x="52135" y="153843"/>
                    <a:pt x="56284" y="153843"/>
                  </a:cubicBezTo>
                  <a:moveTo>
                    <a:pt x="56734" y="98459"/>
                  </a:moveTo>
                  <a:cubicBezTo>
                    <a:pt x="57833" y="100128"/>
                    <a:pt x="59550" y="101281"/>
                    <a:pt x="61507" y="101677"/>
                  </a:cubicBezTo>
                  <a:cubicBezTo>
                    <a:pt x="63470" y="102073"/>
                    <a:pt x="65499" y="101671"/>
                    <a:pt x="67162" y="100560"/>
                  </a:cubicBezTo>
                  <a:cubicBezTo>
                    <a:pt x="81073" y="91483"/>
                    <a:pt x="99029" y="91483"/>
                    <a:pt x="112940" y="100560"/>
                  </a:cubicBezTo>
                  <a:cubicBezTo>
                    <a:pt x="114603" y="101671"/>
                    <a:pt x="116632" y="102073"/>
                    <a:pt x="118595" y="101677"/>
                  </a:cubicBezTo>
                  <a:cubicBezTo>
                    <a:pt x="120553" y="101281"/>
                    <a:pt x="122270" y="100128"/>
                    <a:pt x="123374" y="98459"/>
                  </a:cubicBezTo>
                  <a:cubicBezTo>
                    <a:pt x="125632" y="95013"/>
                    <a:pt x="124695" y="90390"/>
                    <a:pt x="121273" y="88103"/>
                  </a:cubicBezTo>
                  <a:cubicBezTo>
                    <a:pt x="102301" y="75717"/>
                    <a:pt x="77801" y="75717"/>
                    <a:pt x="58829" y="88103"/>
                  </a:cubicBezTo>
                  <a:cubicBezTo>
                    <a:pt x="55407" y="90390"/>
                    <a:pt x="54470" y="95013"/>
                    <a:pt x="56734" y="98459"/>
                  </a:cubicBezTo>
                  <a:moveTo>
                    <a:pt x="67162" y="110617"/>
                  </a:moveTo>
                  <a:cubicBezTo>
                    <a:pt x="63698" y="112916"/>
                    <a:pt x="62762" y="117587"/>
                    <a:pt x="65061" y="121051"/>
                  </a:cubicBezTo>
                  <a:cubicBezTo>
                    <a:pt x="67360" y="124509"/>
                    <a:pt x="72031" y="125451"/>
                    <a:pt x="75489" y="123152"/>
                  </a:cubicBezTo>
                  <a:cubicBezTo>
                    <a:pt x="84339" y="117377"/>
                    <a:pt x="95764" y="117377"/>
                    <a:pt x="104613" y="123152"/>
                  </a:cubicBezTo>
                  <a:cubicBezTo>
                    <a:pt x="105862" y="123957"/>
                    <a:pt x="107321" y="124377"/>
                    <a:pt x="108815" y="124347"/>
                  </a:cubicBezTo>
                  <a:cubicBezTo>
                    <a:pt x="111307" y="124353"/>
                    <a:pt x="113642" y="123116"/>
                    <a:pt x="115041" y="121045"/>
                  </a:cubicBezTo>
                  <a:cubicBezTo>
                    <a:pt x="116152" y="119388"/>
                    <a:pt x="116554" y="117353"/>
                    <a:pt x="116158" y="115395"/>
                  </a:cubicBezTo>
                  <a:cubicBezTo>
                    <a:pt x="115762" y="113438"/>
                    <a:pt x="114609" y="111715"/>
                    <a:pt x="112940" y="110617"/>
                  </a:cubicBezTo>
                  <a:cubicBezTo>
                    <a:pt x="99029" y="101539"/>
                    <a:pt x="81073" y="101539"/>
                    <a:pt x="67162" y="110617"/>
                  </a:cubicBezTo>
                  <a:moveTo>
                    <a:pt x="176356" y="15009"/>
                  </a:moveTo>
                  <a:cubicBezTo>
                    <a:pt x="176356" y="6718"/>
                    <a:pt x="169632" y="0"/>
                    <a:pt x="161347" y="0"/>
                  </a:cubicBezTo>
                  <a:lnTo>
                    <a:pt x="138834" y="0"/>
                  </a:lnTo>
                  <a:cubicBezTo>
                    <a:pt x="130543" y="0"/>
                    <a:pt x="123824" y="6718"/>
                    <a:pt x="123824" y="15009"/>
                  </a:cubicBezTo>
                  <a:lnTo>
                    <a:pt x="123824" y="63788"/>
                  </a:lnTo>
                  <a:cubicBezTo>
                    <a:pt x="123824" y="72079"/>
                    <a:pt x="130543" y="78797"/>
                    <a:pt x="138834" y="78797"/>
                  </a:cubicBezTo>
                  <a:lnTo>
                    <a:pt x="161347" y="78797"/>
                  </a:lnTo>
                  <a:cubicBezTo>
                    <a:pt x="169632" y="78797"/>
                    <a:pt x="176356" y="72079"/>
                    <a:pt x="176356" y="63788"/>
                  </a:cubicBezTo>
                  <a:lnTo>
                    <a:pt x="176356" y="15009"/>
                  </a:lnTo>
                  <a:moveTo>
                    <a:pt x="159468" y="15009"/>
                  </a:moveTo>
                  <a:cubicBezTo>
                    <a:pt x="160507" y="15009"/>
                    <a:pt x="161347" y="15849"/>
                    <a:pt x="161347" y="16888"/>
                  </a:cubicBezTo>
                  <a:lnTo>
                    <a:pt x="161347" y="61915"/>
                  </a:lnTo>
                  <a:cubicBezTo>
                    <a:pt x="161347" y="62948"/>
                    <a:pt x="160507" y="63788"/>
                    <a:pt x="159468" y="63788"/>
                  </a:cubicBezTo>
                  <a:lnTo>
                    <a:pt x="140707" y="63788"/>
                  </a:lnTo>
                  <a:cubicBezTo>
                    <a:pt x="139668" y="63788"/>
                    <a:pt x="138834" y="62948"/>
                    <a:pt x="138834" y="61915"/>
                  </a:cubicBezTo>
                  <a:lnTo>
                    <a:pt x="138834" y="16888"/>
                  </a:lnTo>
                  <a:cubicBezTo>
                    <a:pt x="138834" y="15849"/>
                    <a:pt x="139668" y="15009"/>
                    <a:pt x="140707" y="15009"/>
                  </a:cubicBezTo>
                  <a:lnTo>
                    <a:pt x="159468" y="15009"/>
                  </a:lnTo>
                  <a:moveTo>
                    <a:pt x="0" y="15009"/>
                  </a:moveTo>
                  <a:lnTo>
                    <a:pt x="0" y="41275"/>
                  </a:lnTo>
                  <a:cubicBezTo>
                    <a:pt x="0" y="49566"/>
                    <a:pt x="6718" y="56284"/>
                    <a:pt x="15009" y="56284"/>
                  </a:cubicBezTo>
                  <a:lnTo>
                    <a:pt x="28139" y="56284"/>
                  </a:lnTo>
                  <a:cubicBezTo>
                    <a:pt x="29177" y="56284"/>
                    <a:pt x="30018" y="57124"/>
                    <a:pt x="30018" y="58163"/>
                  </a:cubicBezTo>
                  <a:lnTo>
                    <a:pt x="30018" y="61915"/>
                  </a:lnTo>
                  <a:cubicBezTo>
                    <a:pt x="30018" y="62948"/>
                    <a:pt x="29177" y="63788"/>
                    <a:pt x="28139" y="63788"/>
                  </a:cubicBezTo>
                  <a:lnTo>
                    <a:pt x="20634" y="63788"/>
                  </a:lnTo>
                  <a:cubicBezTo>
                    <a:pt x="16491" y="63788"/>
                    <a:pt x="13129" y="67150"/>
                    <a:pt x="13129" y="71293"/>
                  </a:cubicBezTo>
                  <a:cubicBezTo>
                    <a:pt x="13129" y="75435"/>
                    <a:pt x="16491" y="78797"/>
                    <a:pt x="20634" y="78797"/>
                  </a:cubicBezTo>
                  <a:lnTo>
                    <a:pt x="54404" y="78797"/>
                  </a:lnTo>
                  <a:cubicBezTo>
                    <a:pt x="58547" y="78797"/>
                    <a:pt x="61909" y="75435"/>
                    <a:pt x="61909" y="71293"/>
                  </a:cubicBezTo>
                  <a:cubicBezTo>
                    <a:pt x="61909" y="67150"/>
                    <a:pt x="58547" y="63788"/>
                    <a:pt x="54404" y="63788"/>
                  </a:cubicBezTo>
                  <a:lnTo>
                    <a:pt x="46900" y="63788"/>
                  </a:lnTo>
                  <a:cubicBezTo>
                    <a:pt x="45861" y="63788"/>
                    <a:pt x="45027" y="62948"/>
                    <a:pt x="45027" y="61915"/>
                  </a:cubicBezTo>
                  <a:lnTo>
                    <a:pt x="45027" y="58163"/>
                  </a:lnTo>
                  <a:cubicBezTo>
                    <a:pt x="45027" y="57124"/>
                    <a:pt x="45861" y="56284"/>
                    <a:pt x="46900" y="56284"/>
                  </a:cubicBezTo>
                  <a:lnTo>
                    <a:pt x="60036" y="56284"/>
                  </a:lnTo>
                  <a:cubicBezTo>
                    <a:pt x="68321" y="56284"/>
                    <a:pt x="75045" y="49566"/>
                    <a:pt x="75045" y="41275"/>
                  </a:cubicBezTo>
                  <a:lnTo>
                    <a:pt x="75045" y="15009"/>
                  </a:lnTo>
                  <a:cubicBezTo>
                    <a:pt x="75045" y="6718"/>
                    <a:pt x="68321" y="0"/>
                    <a:pt x="60036" y="0"/>
                  </a:cubicBezTo>
                  <a:lnTo>
                    <a:pt x="15009" y="0"/>
                  </a:lnTo>
                  <a:cubicBezTo>
                    <a:pt x="6718" y="0"/>
                    <a:pt x="0" y="6718"/>
                    <a:pt x="0" y="15009"/>
                  </a:cubicBezTo>
                  <a:moveTo>
                    <a:pt x="60036" y="39401"/>
                  </a:moveTo>
                  <a:cubicBezTo>
                    <a:pt x="60054" y="39900"/>
                    <a:pt x="59862" y="40392"/>
                    <a:pt x="59508" y="40752"/>
                  </a:cubicBezTo>
                  <a:cubicBezTo>
                    <a:pt x="59129" y="41076"/>
                    <a:pt x="58655" y="41256"/>
                    <a:pt x="58157" y="41275"/>
                  </a:cubicBezTo>
                  <a:lnTo>
                    <a:pt x="16882" y="41275"/>
                  </a:lnTo>
                  <a:cubicBezTo>
                    <a:pt x="15843" y="41275"/>
                    <a:pt x="15009" y="40434"/>
                    <a:pt x="15009" y="39401"/>
                  </a:cubicBezTo>
                  <a:lnTo>
                    <a:pt x="15009" y="16888"/>
                  </a:lnTo>
                  <a:cubicBezTo>
                    <a:pt x="15009" y="15849"/>
                    <a:pt x="15843" y="15009"/>
                    <a:pt x="16882" y="15009"/>
                  </a:cubicBezTo>
                  <a:lnTo>
                    <a:pt x="58157" y="15009"/>
                  </a:lnTo>
                  <a:cubicBezTo>
                    <a:pt x="59195" y="15009"/>
                    <a:pt x="60036" y="15849"/>
                    <a:pt x="60036" y="16888"/>
                  </a:cubicBezTo>
                  <a:lnTo>
                    <a:pt x="60036" y="39401"/>
                  </a:lnTo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44" name="Rounded Rectangle 60">
              <a:extLst>
                <a:ext uri="{FF2B5EF4-FFF2-40B4-BE49-F238E27FC236}">
                  <a16:creationId xmlns:a16="http://schemas.microsoft.com/office/drawing/2014/main" id="{896D37F0-217A-D71D-40A5-163041DB20BF}"/>
                </a:ext>
              </a:extLst>
            </p:cNvPr>
            <p:cNvSpPr/>
            <p:nvPr/>
          </p:nvSpPr>
          <p:spPr>
            <a:xfrm>
              <a:off x="5504281" y="2901887"/>
              <a:ext cx="183495" cy="183315"/>
            </a:xfrm>
            <a:custGeom>
              <a:avLst/>
              <a:gdLst/>
              <a:ahLst/>
              <a:cxnLst/>
              <a:rect l="0" t="0" r="0" b="0"/>
              <a:pathLst>
                <a:path w="183495" h="183315">
                  <a:moveTo>
                    <a:pt x="93440" y="89508"/>
                  </a:moveTo>
                  <a:cubicBezTo>
                    <a:pt x="94173" y="77783"/>
                    <a:pt x="103226" y="68285"/>
                    <a:pt x="114903" y="66994"/>
                  </a:cubicBezTo>
                  <a:lnTo>
                    <a:pt x="123458" y="66994"/>
                  </a:lnTo>
                  <a:cubicBezTo>
                    <a:pt x="124467" y="66952"/>
                    <a:pt x="125259" y="66124"/>
                    <a:pt x="125259" y="65121"/>
                  </a:cubicBezTo>
                  <a:cubicBezTo>
                    <a:pt x="125271" y="38243"/>
                    <a:pt x="107423" y="14636"/>
                    <a:pt x="81565" y="7318"/>
                  </a:cubicBezTo>
                  <a:cubicBezTo>
                    <a:pt x="55707" y="0"/>
                    <a:pt x="28133" y="10764"/>
                    <a:pt x="14066" y="33662"/>
                  </a:cubicBezTo>
                  <a:cubicBezTo>
                    <a:pt x="0" y="56560"/>
                    <a:pt x="2863" y="86020"/>
                    <a:pt x="21078" y="105778"/>
                  </a:cubicBezTo>
                  <a:cubicBezTo>
                    <a:pt x="39293" y="125542"/>
                    <a:pt x="68423" y="130789"/>
                    <a:pt x="92389" y="118625"/>
                  </a:cubicBezTo>
                  <a:cubicBezTo>
                    <a:pt x="93008" y="118301"/>
                    <a:pt x="93410" y="117671"/>
                    <a:pt x="93440" y="116974"/>
                  </a:cubicBezTo>
                  <a:lnTo>
                    <a:pt x="93440" y="89508"/>
                  </a:lnTo>
                  <a:moveTo>
                    <a:pt x="53066" y="93260"/>
                  </a:moveTo>
                  <a:cubicBezTo>
                    <a:pt x="49956" y="93260"/>
                    <a:pt x="47440" y="90738"/>
                    <a:pt x="47440" y="87635"/>
                  </a:cubicBezTo>
                  <a:cubicBezTo>
                    <a:pt x="47440" y="84525"/>
                    <a:pt x="49956" y="82003"/>
                    <a:pt x="53066" y="82003"/>
                  </a:cubicBezTo>
                  <a:lnTo>
                    <a:pt x="68075" y="82003"/>
                  </a:lnTo>
                  <a:cubicBezTo>
                    <a:pt x="69263" y="82003"/>
                    <a:pt x="70398" y="81529"/>
                    <a:pt x="71233" y="80682"/>
                  </a:cubicBezTo>
                  <a:cubicBezTo>
                    <a:pt x="72067" y="79836"/>
                    <a:pt x="72523" y="78689"/>
                    <a:pt x="72499" y="77500"/>
                  </a:cubicBezTo>
                  <a:cubicBezTo>
                    <a:pt x="72529" y="75681"/>
                    <a:pt x="71425" y="74030"/>
                    <a:pt x="69726" y="73370"/>
                  </a:cubicBezTo>
                  <a:lnTo>
                    <a:pt x="54489" y="67222"/>
                  </a:lnTo>
                  <a:cubicBezTo>
                    <a:pt x="47981" y="64689"/>
                    <a:pt x="43928" y="58151"/>
                    <a:pt x="44552" y="51193"/>
                  </a:cubicBezTo>
                  <a:cubicBezTo>
                    <a:pt x="45177" y="44234"/>
                    <a:pt x="50334" y="38531"/>
                    <a:pt x="57196" y="37198"/>
                  </a:cubicBezTo>
                  <a:cubicBezTo>
                    <a:pt x="58067" y="36994"/>
                    <a:pt x="58685" y="36219"/>
                    <a:pt x="58697" y="35325"/>
                  </a:cubicBezTo>
                  <a:lnTo>
                    <a:pt x="58697" y="33074"/>
                  </a:lnTo>
                  <a:cubicBezTo>
                    <a:pt x="58697" y="29964"/>
                    <a:pt x="61213" y="27442"/>
                    <a:pt x="64322" y="27442"/>
                  </a:cubicBezTo>
                  <a:cubicBezTo>
                    <a:pt x="67432" y="27442"/>
                    <a:pt x="69954" y="29964"/>
                    <a:pt x="69954" y="33074"/>
                  </a:cubicBezTo>
                  <a:lnTo>
                    <a:pt x="69954" y="34947"/>
                  </a:lnTo>
                  <a:cubicBezTo>
                    <a:pt x="69912" y="35475"/>
                    <a:pt x="70086" y="35991"/>
                    <a:pt x="70446" y="36376"/>
                  </a:cubicBezTo>
                  <a:cubicBezTo>
                    <a:pt x="70800" y="36760"/>
                    <a:pt x="71305" y="36976"/>
                    <a:pt x="71827" y="36976"/>
                  </a:cubicBezTo>
                  <a:lnTo>
                    <a:pt x="75579" y="36976"/>
                  </a:lnTo>
                  <a:cubicBezTo>
                    <a:pt x="78689" y="36976"/>
                    <a:pt x="81211" y="39497"/>
                    <a:pt x="81211" y="42607"/>
                  </a:cubicBezTo>
                  <a:cubicBezTo>
                    <a:pt x="81211" y="45711"/>
                    <a:pt x="78689" y="48233"/>
                    <a:pt x="75579" y="48233"/>
                  </a:cubicBezTo>
                  <a:lnTo>
                    <a:pt x="60570" y="48233"/>
                  </a:lnTo>
                  <a:cubicBezTo>
                    <a:pt x="58523" y="48263"/>
                    <a:pt x="56764" y="49698"/>
                    <a:pt x="56320" y="51697"/>
                  </a:cubicBezTo>
                  <a:cubicBezTo>
                    <a:pt x="55869" y="53696"/>
                    <a:pt x="56854" y="55737"/>
                    <a:pt x="58697" y="56638"/>
                  </a:cubicBezTo>
                  <a:lnTo>
                    <a:pt x="74156" y="62792"/>
                  </a:lnTo>
                  <a:cubicBezTo>
                    <a:pt x="80664" y="65325"/>
                    <a:pt x="84717" y="71857"/>
                    <a:pt x="84092" y="78815"/>
                  </a:cubicBezTo>
                  <a:cubicBezTo>
                    <a:pt x="83468" y="85773"/>
                    <a:pt x="78311" y="91483"/>
                    <a:pt x="71455" y="92810"/>
                  </a:cubicBezTo>
                  <a:cubicBezTo>
                    <a:pt x="70578" y="93014"/>
                    <a:pt x="69960" y="93788"/>
                    <a:pt x="69948" y="94683"/>
                  </a:cubicBezTo>
                  <a:lnTo>
                    <a:pt x="69948" y="97012"/>
                  </a:lnTo>
                  <a:cubicBezTo>
                    <a:pt x="69954" y="100122"/>
                    <a:pt x="67432" y="102644"/>
                    <a:pt x="64322" y="102644"/>
                  </a:cubicBezTo>
                  <a:cubicBezTo>
                    <a:pt x="61213" y="102644"/>
                    <a:pt x="58697" y="100122"/>
                    <a:pt x="58697" y="97012"/>
                  </a:cubicBezTo>
                  <a:lnTo>
                    <a:pt x="58697" y="95139"/>
                  </a:lnTo>
                  <a:cubicBezTo>
                    <a:pt x="58697" y="94100"/>
                    <a:pt x="57857" y="93260"/>
                    <a:pt x="56818" y="93260"/>
                  </a:cubicBezTo>
                  <a:lnTo>
                    <a:pt x="53066" y="93260"/>
                  </a:lnTo>
                  <a:moveTo>
                    <a:pt x="173216" y="78251"/>
                  </a:moveTo>
                  <a:lnTo>
                    <a:pt x="114903" y="78251"/>
                  </a:lnTo>
                  <a:cubicBezTo>
                    <a:pt x="109950" y="78251"/>
                    <a:pt x="104697" y="85755"/>
                    <a:pt x="104697" y="89508"/>
                  </a:cubicBezTo>
                  <a:lnTo>
                    <a:pt x="104697" y="172058"/>
                  </a:lnTo>
                  <a:cubicBezTo>
                    <a:pt x="104697" y="175960"/>
                    <a:pt x="109950" y="183315"/>
                    <a:pt x="114903" y="183315"/>
                  </a:cubicBezTo>
                  <a:lnTo>
                    <a:pt x="173216" y="183315"/>
                  </a:lnTo>
                  <a:cubicBezTo>
                    <a:pt x="178169" y="183315"/>
                    <a:pt x="183495" y="175810"/>
                    <a:pt x="183495" y="172058"/>
                  </a:cubicBezTo>
                  <a:lnTo>
                    <a:pt x="183495" y="89508"/>
                  </a:lnTo>
                  <a:cubicBezTo>
                    <a:pt x="183495" y="85533"/>
                    <a:pt x="178169" y="78251"/>
                    <a:pt x="173216" y="78251"/>
                  </a:cubicBezTo>
                  <a:moveTo>
                    <a:pt x="162782" y="164625"/>
                  </a:moveTo>
                  <a:cubicBezTo>
                    <a:pt x="159684" y="164589"/>
                    <a:pt x="157199" y="162050"/>
                    <a:pt x="157229" y="158952"/>
                  </a:cubicBezTo>
                  <a:cubicBezTo>
                    <a:pt x="157259" y="155854"/>
                    <a:pt x="159780" y="153356"/>
                    <a:pt x="162884" y="153374"/>
                  </a:cubicBezTo>
                  <a:cubicBezTo>
                    <a:pt x="165982" y="153386"/>
                    <a:pt x="168486" y="155902"/>
                    <a:pt x="168486" y="159000"/>
                  </a:cubicBezTo>
                  <a:cubicBezTo>
                    <a:pt x="168444" y="162122"/>
                    <a:pt x="165904" y="164631"/>
                    <a:pt x="162782" y="164625"/>
                  </a:cubicBezTo>
                  <a:moveTo>
                    <a:pt x="119706" y="159000"/>
                  </a:moveTo>
                  <a:cubicBezTo>
                    <a:pt x="119688" y="157517"/>
                    <a:pt x="120264" y="156082"/>
                    <a:pt x="121303" y="155025"/>
                  </a:cubicBezTo>
                  <a:cubicBezTo>
                    <a:pt x="122348" y="153969"/>
                    <a:pt x="123770" y="153368"/>
                    <a:pt x="125259" y="153374"/>
                  </a:cubicBezTo>
                  <a:cubicBezTo>
                    <a:pt x="127541" y="153338"/>
                    <a:pt x="129618" y="154695"/>
                    <a:pt x="130513" y="156790"/>
                  </a:cubicBezTo>
                  <a:cubicBezTo>
                    <a:pt x="131407" y="158892"/>
                    <a:pt x="130945" y="161329"/>
                    <a:pt x="129342" y="162950"/>
                  </a:cubicBezTo>
                  <a:cubicBezTo>
                    <a:pt x="127739" y="164577"/>
                    <a:pt x="125313" y="165075"/>
                    <a:pt x="123200" y="164205"/>
                  </a:cubicBezTo>
                  <a:cubicBezTo>
                    <a:pt x="121087" y="163340"/>
                    <a:pt x="119706" y="161281"/>
                    <a:pt x="119706" y="159000"/>
                  </a:cubicBezTo>
                  <a:moveTo>
                    <a:pt x="119706" y="140160"/>
                  </a:moveTo>
                  <a:cubicBezTo>
                    <a:pt x="119688" y="138677"/>
                    <a:pt x="120264" y="137249"/>
                    <a:pt x="121303" y="136186"/>
                  </a:cubicBezTo>
                  <a:cubicBezTo>
                    <a:pt x="122348" y="135129"/>
                    <a:pt x="123770" y="134535"/>
                    <a:pt x="125259" y="134535"/>
                  </a:cubicBezTo>
                  <a:cubicBezTo>
                    <a:pt x="127541" y="134505"/>
                    <a:pt x="129618" y="135856"/>
                    <a:pt x="130513" y="137957"/>
                  </a:cubicBezTo>
                  <a:cubicBezTo>
                    <a:pt x="131407" y="140058"/>
                    <a:pt x="130945" y="142490"/>
                    <a:pt x="129342" y="144117"/>
                  </a:cubicBezTo>
                  <a:cubicBezTo>
                    <a:pt x="127739" y="145744"/>
                    <a:pt x="125313" y="146236"/>
                    <a:pt x="123200" y="145372"/>
                  </a:cubicBezTo>
                  <a:cubicBezTo>
                    <a:pt x="121087" y="144501"/>
                    <a:pt x="119706" y="142448"/>
                    <a:pt x="119706" y="140166"/>
                  </a:cubicBezTo>
                  <a:moveTo>
                    <a:pt x="138467" y="159000"/>
                  </a:moveTo>
                  <a:cubicBezTo>
                    <a:pt x="138449" y="157517"/>
                    <a:pt x="139026" y="156082"/>
                    <a:pt x="140064" y="155025"/>
                  </a:cubicBezTo>
                  <a:cubicBezTo>
                    <a:pt x="141109" y="153969"/>
                    <a:pt x="142532" y="153368"/>
                    <a:pt x="144021" y="153374"/>
                  </a:cubicBezTo>
                  <a:cubicBezTo>
                    <a:pt x="146302" y="153338"/>
                    <a:pt x="148379" y="154695"/>
                    <a:pt x="149274" y="156790"/>
                  </a:cubicBezTo>
                  <a:cubicBezTo>
                    <a:pt x="150168" y="158892"/>
                    <a:pt x="149706" y="161329"/>
                    <a:pt x="148103" y="162950"/>
                  </a:cubicBezTo>
                  <a:cubicBezTo>
                    <a:pt x="146500" y="164577"/>
                    <a:pt x="144075" y="165075"/>
                    <a:pt x="141961" y="164205"/>
                  </a:cubicBezTo>
                  <a:cubicBezTo>
                    <a:pt x="139848" y="163340"/>
                    <a:pt x="138467" y="161281"/>
                    <a:pt x="138467" y="159000"/>
                  </a:cubicBezTo>
                  <a:moveTo>
                    <a:pt x="138467" y="140160"/>
                  </a:moveTo>
                  <a:cubicBezTo>
                    <a:pt x="138449" y="138677"/>
                    <a:pt x="139026" y="137249"/>
                    <a:pt x="140064" y="136186"/>
                  </a:cubicBezTo>
                  <a:cubicBezTo>
                    <a:pt x="141109" y="135129"/>
                    <a:pt x="142532" y="134535"/>
                    <a:pt x="144021" y="134535"/>
                  </a:cubicBezTo>
                  <a:cubicBezTo>
                    <a:pt x="146302" y="134505"/>
                    <a:pt x="148379" y="135856"/>
                    <a:pt x="149274" y="137957"/>
                  </a:cubicBezTo>
                  <a:cubicBezTo>
                    <a:pt x="150168" y="140058"/>
                    <a:pt x="149706" y="142490"/>
                    <a:pt x="148103" y="144117"/>
                  </a:cubicBezTo>
                  <a:cubicBezTo>
                    <a:pt x="146500" y="145744"/>
                    <a:pt x="144075" y="146236"/>
                    <a:pt x="141961" y="145372"/>
                  </a:cubicBezTo>
                  <a:cubicBezTo>
                    <a:pt x="139848" y="144501"/>
                    <a:pt x="138467" y="142448"/>
                    <a:pt x="138467" y="140166"/>
                  </a:cubicBezTo>
                  <a:moveTo>
                    <a:pt x="162782" y="145792"/>
                  </a:moveTo>
                  <a:cubicBezTo>
                    <a:pt x="159684" y="145750"/>
                    <a:pt x="157199" y="143210"/>
                    <a:pt x="157229" y="140112"/>
                  </a:cubicBezTo>
                  <a:cubicBezTo>
                    <a:pt x="157259" y="137014"/>
                    <a:pt x="159780" y="134523"/>
                    <a:pt x="162884" y="134535"/>
                  </a:cubicBezTo>
                  <a:cubicBezTo>
                    <a:pt x="165982" y="134547"/>
                    <a:pt x="168486" y="137063"/>
                    <a:pt x="168486" y="140166"/>
                  </a:cubicBezTo>
                  <a:cubicBezTo>
                    <a:pt x="168444" y="143282"/>
                    <a:pt x="165904" y="145792"/>
                    <a:pt x="162782" y="145792"/>
                  </a:cubicBezTo>
                  <a:moveTo>
                    <a:pt x="164733" y="119526"/>
                  </a:moveTo>
                  <a:lnTo>
                    <a:pt x="123458" y="119526"/>
                  </a:lnTo>
                  <a:cubicBezTo>
                    <a:pt x="121429" y="119526"/>
                    <a:pt x="119406" y="117875"/>
                    <a:pt x="119406" y="114345"/>
                  </a:cubicBezTo>
                  <a:lnTo>
                    <a:pt x="119406" y="97012"/>
                  </a:lnTo>
                  <a:cubicBezTo>
                    <a:pt x="119406" y="93410"/>
                    <a:pt x="121429" y="91987"/>
                    <a:pt x="123458" y="91987"/>
                  </a:cubicBezTo>
                  <a:lnTo>
                    <a:pt x="164733" y="91987"/>
                  </a:lnTo>
                  <a:cubicBezTo>
                    <a:pt x="166684" y="91987"/>
                    <a:pt x="168714" y="93410"/>
                    <a:pt x="168714" y="97012"/>
                  </a:cubicBezTo>
                  <a:lnTo>
                    <a:pt x="168714" y="114501"/>
                  </a:lnTo>
                  <a:cubicBezTo>
                    <a:pt x="168714" y="118025"/>
                    <a:pt x="166684" y="119526"/>
                    <a:pt x="164733" y="119526"/>
                  </a:cubicBezTo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45" name="Rounded Rectangle 61">
              <a:extLst>
                <a:ext uri="{FF2B5EF4-FFF2-40B4-BE49-F238E27FC236}">
                  <a16:creationId xmlns:a16="http://schemas.microsoft.com/office/drawing/2014/main" id="{D9004377-7CB2-17CF-0F7F-5A3A7286945E}"/>
                </a:ext>
              </a:extLst>
            </p:cNvPr>
            <p:cNvSpPr/>
            <p:nvPr/>
          </p:nvSpPr>
          <p:spPr>
            <a:xfrm>
              <a:off x="3239193" y="2949520"/>
              <a:ext cx="180109" cy="165100"/>
            </a:xfrm>
            <a:custGeom>
              <a:avLst/>
              <a:gdLst/>
              <a:ahLst/>
              <a:cxnLst/>
              <a:rect l="0" t="0" r="0" b="0"/>
              <a:pathLst>
                <a:path w="180109" h="165100">
                  <a:moveTo>
                    <a:pt x="67540" y="120072"/>
                  </a:moveTo>
                  <a:lnTo>
                    <a:pt x="7504" y="120072"/>
                  </a:lnTo>
                  <a:cubicBezTo>
                    <a:pt x="3362" y="120072"/>
                    <a:pt x="0" y="123434"/>
                    <a:pt x="0" y="127577"/>
                  </a:cubicBezTo>
                  <a:cubicBezTo>
                    <a:pt x="0" y="148301"/>
                    <a:pt x="16798" y="165100"/>
                    <a:pt x="37522" y="165100"/>
                  </a:cubicBezTo>
                  <a:cubicBezTo>
                    <a:pt x="58247" y="165100"/>
                    <a:pt x="75045" y="148301"/>
                    <a:pt x="75045" y="127577"/>
                  </a:cubicBezTo>
                  <a:cubicBezTo>
                    <a:pt x="75045" y="123434"/>
                    <a:pt x="71683" y="120072"/>
                    <a:pt x="67540" y="120072"/>
                  </a:cubicBezTo>
                  <a:moveTo>
                    <a:pt x="172604" y="120072"/>
                  </a:moveTo>
                  <a:lnTo>
                    <a:pt x="112568" y="120072"/>
                  </a:lnTo>
                  <a:cubicBezTo>
                    <a:pt x="108425" y="120072"/>
                    <a:pt x="105063" y="123434"/>
                    <a:pt x="105063" y="127577"/>
                  </a:cubicBezTo>
                  <a:cubicBezTo>
                    <a:pt x="105063" y="148301"/>
                    <a:pt x="121861" y="165100"/>
                    <a:pt x="142586" y="165100"/>
                  </a:cubicBezTo>
                  <a:cubicBezTo>
                    <a:pt x="163310" y="165100"/>
                    <a:pt x="180109" y="148301"/>
                    <a:pt x="180109" y="127577"/>
                  </a:cubicBezTo>
                  <a:cubicBezTo>
                    <a:pt x="180109" y="123434"/>
                    <a:pt x="176747" y="120072"/>
                    <a:pt x="172604" y="120072"/>
                  </a:cubicBezTo>
                  <a:moveTo>
                    <a:pt x="132080" y="42025"/>
                  </a:moveTo>
                  <a:cubicBezTo>
                    <a:pt x="132302" y="42529"/>
                    <a:pt x="132302" y="43100"/>
                    <a:pt x="132080" y="43598"/>
                  </a:cubicBezTo>
                  <a:lnTo>
                    <a:pt x="117070" y="104163"/>
                  </a:lnTo>
                  <a:cubicBezTo>
                    <a:pt x="116818" y="105297"/>
                    <a:pt x="117094" y="106486"/>
                    <a:pt x="117821" y="107387"/>
                  </a:cubicBezTo>
                  <a:cubicBezTo>
                    <a:pt x="118523" y="108293"/>
                    <a:pt x="119604" y="108821"/>
                    <a:pt x="120745" y="108815"/>
                  </a:cubicBezTo>
                  <a:lnTo>
                    <a:pt x="128249" y="108815"/>
                  </a:lnTo>
                  <a:cubicBezTo>
                    <a:pt x="129984" y="108803"/>
                    <a:pt x="131491" y="107639"/>
                    <a:pt x="131929" y="105964"/>
                  </a:cubicBezTo>
                  <a:lnTo>
                    <a:pt x="140407" y="71965"/>
                  </a:lnTo>
                  <a:cubicBezTo>
                    <a:pt x="140641" y="71167"/>
                    <a:pt x="141379" y="70620"/>
                    <a:pt x="142214" y="70620"/>
                  </a:cubicBezTo>
                  <a:cubicBezTo>
                    <a:pt x="143042" y="70620"/>
                    <a:pt x="143781" y="71167"/>
                    <a:pt x="144009" y="71965"/>
                  </a:cubicBezTo>
                  <a:lnTo>
                    <a:pt x="152492" y="105964"/>
                  </a:lnTo>
                  <a:cubicBezTo>
                    <a:pt x="152930" y="107639"/>
                    <a:pt x="154437" y="108803"/>
                    <a:pt x="156172" y="108815"/>
                  </a:cubicBezTo>
                  <a:lnTo>
                    <a:pt x="163677" y="108815"/>
                  </a:lnTo>
                  <a:cubicBezTo>
                    <a:pt x="164817" y="108821"/>
                    <a:pt x="165898" y="108293"/>
                    <a:pt x="166600" y="107393"/>
                  </a:cubicBezTo>
                  <a:cubicBezTo>
                    <a:pt x="167327" y="106486"/>
                    <a:pt x="167603" y="105297"/>
                    <a:pt x="167351" y="104163"/>
                  </a:cubicBezTo>
                  <a:lnTo>
                    <a:pt x="152342" y="43604"/>
                  </a:lnTo>
                  <a:cubicBezTo>
                    <a:pt x="152120" y="43100"/>
                    <a:pt x="152120" y="42529"/>
                    <a:pt x="152342" y="42025"/>
                  </a:cubicBezTo>
                  <a:cubicBezTo>
                    <a:pt x="152678" y="41533"/>
                    <a:pt x="153248" y="41250"/>
                    <a:pt x="153843" y="41275"/>
                  </a:cubicBezTo>
                  <a:lnTo>
                    <a:pt x="168101" y="41275"/>
                  </a:lnTo>
                  <a:cubicBezTo>
                    <a:pt x="172244" y="41275"/>
                    <a:pt x="175606" y="37912"/>
                    <a:pt x="175606" y="33770"/>
                  </a:cubicBezTo>
                  <a:cubicBezTo>
                    <a:pt x="175606" y="29627"/>
                    <a:pt x="172244" y="26265"/>
                    <a:pt x="168101" y="26265"/>
                  </a:cubicBezTo>
                  <a:lnTo>
                    <a:pt x="100560" y="26265"/>
                  </a:lnTo>
                  <a:cubicBezTo>
                    <a:pt x="98783" y="25905"/>
                    <a:pt x="97523" y="24326"/>
                    <a:pt x="97559" y="22513"/>
                  </a:cubicBezTo>
                  <a:lnTo>
                    <a:pt x="97559" y="7504"/>
                  </a:lnTo>
                  <a:cubicBezTo>
                    <a:pt x="97559" y="3362"/>
                    <a:pt x="94197" y="0"/>
                    <a:pt x="90054" y="0"/>
                  </a:cubicBezTo>
                  <a:cubicBezTo>
                    <a:pt x="85912" y="0"/>
                    <a:pt x="82550" y="3362"/>
                    <a:pt x="82550" y="7504"/>
                  </a:cubicBezTo>
                  <a:lnTo>
                    <a:pt x="82550" y="22513"/>
                  </a:lnTo>
                  <a:cubicBezTo>
                    <a:pt x="82550" y="24584"/>
                    <a:pt x="80868" y="26265"/>
                    <a:pt x="78797" y="26265"/>
                  </a:cubicBezTo>
                  <a:lnTo>
                    <a:pt x="11256" y="26265"/>
                  </a:lnTo>
                  <a:cubicBezTo>
                    <a:pt x="7114" y="26265"/>
                    <a:pt x="3752" y="29627"/>
                    <a:pt x="3752" y="33770"/>
                  </a:cubicBezTo>
                  <a:cubicBezTo>
                    <a:pt x="3752" y="37912"/>
                    <a:pt x="7114" y="41275"/>
                    <a:pt x="11256" y="41275"/>
                  </a:cubicBezTo>
                  <a:lnTo>
                    <a:pt x="25515" y="41275"/>
                  </a:lnTo>
                  <a:cubicBezTo>
                    <a:pt x="26109" y="41250"/>
                    <a:pt x="26680" y="41533"/>
                    <a:pt x="27016" y="42025"/>
                  </a:cubicBezTo>
                  <a:cubicBezTo>
                    <a:pt x="27238" y="42529"/>
                    <a:pt x="27238" y="43100"/>
                    <a:pt x="27016" y="43598"/>
                  </a:cubicBezTo>
                  <a:lnTo>
                    <a:pt x="12007" y="104163"/>
                  </a:lnTo>
                  <a:cubicBezTo>
                    <a:pt x="11755" y="105297"/>
                    <a:pt x="12031" y="106486"/>
                    <a:pt x="12757" y="107387"/>
                  </a:cubicBezTo>
                  <a:cubicBezTo>
                    <a:pt x="13460" y="108293"/>
                    <a:pt x="14540" y="108821"/>
                    <a:pt x="15687" y="108815"/>
                  </a:cubicBezTo>
                  <a:lnTo>
                    <a:pt x="23192" y="108815"/>
                  </a:lnTo>
                  <a:cubicBezTo>
                    <a:pt x="24921" y="108803"/>
                    <a:pt x="26428" y="107639"/>
                    <a:pt x="26866" y="105964"/>
                  </a:cubicBezTo>
                  <a:lnTo>
                    <a:pt x="35343" y="71965"/>
                  </a:lnTo>
                  <a:cubicBezTo>
                    <a:pt x="35577" y="71167"/>
                    <a:pt x="36315" y="70620"/>
                    <a:pt x="37150" y="70620"/>
                  </a:cubicBezTo>
                  <a:cubicBezTo>
                    <a:pt x="37979" y="70620"/>
                    <a:pt x="38717" y="71167"/>
                    <a:pt x="38945" y="71965"/>
                  </a:cubicBezTo>
                  <a:lnTo>
                    <a:pt x="47428" y="105964"/>
                  </a:lnTo>
                  <a:cubicBezTo>
                    <a:pt x="47866" y="107639"/>
                    <a:pt x="49373" y="108803"/>
                    <a:pt x="51108" y="108815"/>
                  </a:cubicBezTo>
                  <a:lnTo>
                    <a:pt x="58613" y="108815"/>
                  </a:lnTo>
                  <a:cubicBezTo>
                    <a:pt x="59754" y="108821"/>
                    <a:pt x="60834" y="108293"/>
                    <a:pt x="61537" y="107393"/>
                  </a:cubicBezTo>
                  <a:cubicBezTo>
                    <a:pt x="62263" y="106486"/>
                    <a:pt x="62539" y="105297"/>
                    <a:pt x="62287" y="104163"/>
                  </a:cubicBezTo>
                  <a:lnTo>
                    <a:pt x="47278" y="43604"/>
                  </a:lnTo>
                  <a:cubicBezTo>
                    <a:pt x="47056" y="43100"/>
                    <a:pt x="47056" y="42529"/>
                    <a:pt x="47278" y="42025"/>
                  </a:cubicBezTo>
                  <a:cubicBezTo>
                    <a:pt x="47614" y="41533"/>
                    <a:pt x="48185" y="41250"/>
                    <a:pt x="48779" y="41275"/>
                  </a:cubicBezTo>
                  <a:lnTo>
                    <a:pt x="78047" y="41275"/>
                  </a:lnTo>
                  <a:cubicBezTo>
                    <a:pt x="79163" y="41046"/>
                    <a:pt x="80322" y="41341"/>
                    <a:pt x="81199" y="42067"/>
                  </a:cubicBezTo>
                  <a:cubicBezTo>
                    <a:pt x="82075" y="42799"/>
                    <a:pt x="82574" y="43886"/>
                    <a:pt x="82550" y="45027"/>
                  </a:cubicBezTo>
                  <a:lnTo>
                    <a:pt x="82550" y="48779"/>
                  </a:lnTo>
                  <a:cubicBezTo>
                    <a:pt x="82550" y="52922"/>
                    <a:pt x="85912" y="56284"/>
                    <a:pt x="90054" y="56284"/>
                  </a:cubicBezTo>
                  <a:cubicBezTo>
                    <a:pt x="94197" y="56284"/>
                    <a:pt x="97559" y="52922"/>
                    <a:pt x="97559" y="48779"/>
                  </a:cubicBezTo>
                  <a:lnTo>
                    <a:pt x="97559" y="45027"/>
                  </a:lnTo>
                  <a:cubicBezTo>
                    <a:pt x="97559" y="42956"/>
                    <a:pt x="99240" y="41275"/>
                    <a:pt x="101311" y="41275"/>
                  </a:cubicBezTo>
                  <a:lnTo>
                    <a:pt x="130579" y="41275"/>
                  </a:lnTo>
                  <a:cubicBezTo>
                    <a:pt x="131173" y="41250"/>
                    <a:pt x="131743" y="41533"/>
                    <a:pt x="132080" y="42025"/>
                  </a:cubicBezTo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C0AAB265-A5C4-B562-7AD1-1DBFC25CE5D8}"/>
                </a:ext>
              </a:extLst>
            </p:cNvPr>
            <p:cNvSpPr txBox="1"/>
            <p:nvPr/>
          </p:nvSpPr>
          <p:spPr>
            <a:xfrm>
              <a:off x="5196378" y="1387073"/>
              <a:ext cx="118462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Technical Feasibility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AD69C745-F90F-E5D6-BD55-6DB8EBC85545}"/>
                </a:ext>
              </a:extLst>
            </p:cNvPr>
            <p:cNvSpPr txBox="1"/>
            <p:nvPr/>
          </p:nvSpPr>
          <p:spPr>
            <a:xfrm>
              <a:off x="5736705" y="2936012"/>
              <a:ext cx="118782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Economic Feasibility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ABBE856A-134E-359F-CD10-F8B7911D9546}"/>
                </a:ext>
              </a:extLst>
            </p:cNvPr>
            <p:cNvSpPr txBox="1"/>
            <p:nvPr/>
          </p:nvSpPr>
          <p:spPr>
            <a:xfrm>
              <a:off x="2256630" y="2972033"/>
              <a:ext cx="93455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>
                  <a:latin typeface="Roboto"/>
                </a:rPr>
                <a:t>Legal Feasibility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8E03010-38C2-F55B-551A-BAC111057EE7}"/>
                </a:ext>
              </a:extLst>
            </p:cNvPr>
            <p:cNvSpPr txBox="1"/>
            <p:nvPr/>
          </p:nvSpPr>
          <p:spPr>
            <a:xfrm>
              <a:off x="4151745" y="5849756"/>
              <a:ext cx="83035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AI Automation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8212EB27-FB45-8C80-D84B-559FCE21D2D8}"/>
                </a:ext>
              </a:extLst>
            </p:cNvPr>
            <p:cNvSpPr txBox="1"/>
            <p:nvPr/>
          </p:nvSpPr>
          <p:spPr>
            <a:xfrm>
              <a:off x="5124334" y="2463706"/>
              <a:ext cx="103393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dirty="0">
                  <a:latin typeface="Roboto"/>
                </a:rPr>
                <a:t>Quantum Security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1D290D43-1299-C63F-887C-B1DFE2CC2A51}"/>
                </a:ext>
              </a:extLst>
            </p:cNvPr>
            <p:cNvSpPr txBox="1"/>
            <p:nvPr/>
          </p:nvSpPr>
          <p:spPr>
            <a:xfrm>
              <a:off x="2915445" y="2463706"/>
              <a:ext cx="88806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>
                  <a:latin typeface="Roboto"/>
                </a:rPr>
                <a:t>Timely Delivery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5907FE5-2E57-6790-8DBC-ECCDC67E7C2D}"/>
                </a:ext>
              </a:extLst>
            </p:cNvPr>
            <p:cNvSpPr txBox="1"/>
            <p:nvPr/>
          </p:nvSpPr>
          <p:spPr>
            <a:xfrm>
              <a:off x="2715119" y="2251597"/>
              <a:ext cx="1088439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>
                  <a:latin typeface="Roboto"/>
                </a:rPr>
                <a:t>Agile Development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8CDDB2F4-03AE-C153-8C41-D15B86EA6F40}"/>
                </a:ext>
              </a:extLst>
            </p:cNvPr>
            <p:cNvSpPr txBox="1"/>
            <p:nvPr/>
          </p:nvSpPr>
          <p:spPr>
            <a:xfrm>
              <a:off x="2315862" y="3256186"/>
              <a:ext cx="94737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>
                  <a:latin typeface="Roboto"/>
                </a:rPr>
                <a:t>Law Compliance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3195F2F-C9B1-5C66-27D2-673D380057DD}"/>
                </a:ext>
              </a:extLst>
            </p:cNvPr>
            <p:cNvSpPr txBox="1"/>
            <p:nvPr/>
          </p:nvSpPr>
          <p:spPr>
            <a:xfrm>
              <a:off x="5664662" y="3220164"/>
              <a:ext cx="1056379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FOSS Cost-Saving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B4AF27D5-38C9-D7CC-47CC-3B561FB8AFDE}"/>
                </a:ext>
              </a:extLst>
            </p:cNvPr>
            <p:cNvSpPr txBox="1"/>
            <p:nvPr/>
          </p:nvSpPr>
          <p:spPr>
            <a:xfrm>
              <a:off x="2444060" y="3472376"/>
              <a:ext cx="8191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>
                  <a:latin typeface="Roboto"/>
                </a:rPr>
                <a:t>Tamper-Proof
Records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DFA5975-569B-D6B2-97A4-04A55027F893}"/>
                </a:ext>
              </a:extLst>
            </p:cNvPr>
            <p:cNvSpPr txBox="1"/>
            <p:nvPr/>
          </p:nvSpPr>
          <p:spPr>
            <a:xfrm>
              <a:off x="5664662" y="3436295"/>
              <a:ext cx="101470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Lower Operations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D764F2B9-CC13-4ECB-0BD9-7FF6555D45F2}"/>
                </a:ext>
              </a:extLst>
            </p:cNvPr>
            <p:cNvSpPr txBox="1"/>
            <p:nvPr/>
          </p:nvSpPr>
          <p:spPr>
            <a:xfrm>
              <a:off x="5124334" y="2107510"/>
              <a:ext cx="7966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Scalable
Infrastructure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F526D146-2525-561D-49A8-038EA98A8BEE}"/>
                </a:ext>
              </a:extLst>
            </p:cNvPr>
            <p:cNvSpPr txBox="1"/>
            <p:nvPr/>
          </p:nvSpPr>
          <p:spPr>
            <a:xfrm>
              <a:off x="4112054" y="3551384"/>
              <a:ext cx="7037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latin typeface="Roboto"/>
                </a:rPr>
                <a:t>Feasibility
Analysis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8168EEC6-37CD-9D94-5FD1-27DD9BE3515D}"/>
                </a:ext>
              </a:extLst>
            </p:cNvPr>
            <p:cNvSpPr txBox="1"/>
            <p:nvPr/>
          </p:nvSpPr>
          <p:spPr>
            <a:xfrm>
              <a:off x="5664662" y="3652426"/>
              <a:ext cx="10676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Market Penetrable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D193472-1E03-71C4-D23C-93689DE52D98}"/>
                </a:ext>
              </a:extLst>
            </p:cNvPr>
            <p:cNvSpPr txBox="1"/>
            <p:nvPr/>
          </p:nvSpPr>
          <p:spPr>
            <a:xfrm>
              <a:off x="2312619" y="3832535"/>
              <a:ext cx="95058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>
                  <a:latin typeface="Roboto"/>
                </a:rPr>
                <a:t>Privacy Controls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5DE6A84B-6210-BC28-DC9D-E35C0689B55F}"/>
                </a:ext>
              </a:extLst>
            </p:cNvPr>
            <p:cNvSpPr txBox="1"/>
            <p:nvPr/>
          </p:nvSpPr>
          <p:spPr>
            <a:xfrm>
              <a:off x="2931494" y="2031444"/>
              <a:ext cx="87203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 dirty="0">
                  <a:latin typeface="Roboto"/>
                </a:rPr>
                <a:t>Phased Rollout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2EA8D0F-8C87-246E-B739-24B06D084136}"/>
                </a:ext>
              </a:extLst>
            </p:cNvPr>
            <p:cNvSpPr txBox="1"/>
            <p:nvPr/>
          </p:nvSpPr>
          <p:spPr>
            <a:xfrm>
              <a:off x="5124334" y="1887356"/>
              <a:ext cx="1469463" cy="1409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000" b="1" dirty="0">
                  <a:latin typeface="Roboto"/>
                </a:rPr>
                <a:t>Availability of Documentation</a:t>
              </a:r>
              <a:endParaRPr sz="1000" b="1" dirty="0">
                <a:latin typeface="Roboto"/>
              </a:endParaRP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590E2271-5B97-3DC8-DB05-79C3FCC7467B}"/>
                </a:ext>
              </a:extLst>
            </p:cNvPr>
            <p:cNvSpPr txBox="1"/>
            <p:nvPr/>
          </p:nvSpPr>
          <p:spPr>
            <a:xfrm>
              <a:off x="4223789" y="4340862"/>
              <a:ext cx="6684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Operational
Feasibility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6F74878F-253F-302D-5287-75932B2961C1}"/>
                </a:ext>
              </a:extLst>
            </p:cNvPr>
            <p:cNvSpPr txBox="1"/>
            <p:nvPr/>
          </p:nvSpPr>
          <p:spPr>
            <a:xfrm>
              <a:off x="5124334" y="1671226"/>
              <a:ext cx="109164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Mature Tech Stack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E2FFCA0E-6D10-668C-6449-FE6F6F24D8F8}"/>
                </a:ext>
              </a:extLst>
            </p:cNvPr>
            <p:cNvSpPr txBox="1"/>
            <p:nvPr/>
          </p:nvSpPr>
          <p:spPr>
            <a:xfrm>
              <a:off x="4151745" y="4769162"/>
              <a:ext cx="793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dirty="0">
                  <a:latin typeface="Roboto"/>
                </a:rPr>
                <a:t>Decentralized
Management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B45BED62-86DF-4015-CC06-F013D0215A9C}"/>
                </a:ext>
              </a:extLst>
            </p:cNvPr>
            <p:cNvSpPr txBox="1"/>
            <p:nvPr/>
          </p:nvSpPr>
          <p:spPr>
            <a:xfrm>
              <a:off x="4151745" y="5129380"/>
              <a:ext cx="6315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Workflow
Integration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31D8857C-4F6F-22AC-C6B9-5280F2C88953}"/>
                </a:ext>
              </a:extLst>
            </p:cNvPr>
            <p:cNvSpPr txBox="1"/>
            <p:nvPr/>
          </p:nvSpPr>
          <p:spPr>
            <a:xfrm>
              <a:off x="4151745" y="5489598"/>
              <a:ext cx="6828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Multilingual
Support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EDD86B4D-7760-1DB5-907E-FB426D70DE5B}"/>
                </a:ext>
              </a:extLst>
            </p:cNvPr>
            <p:cNvSpPr txBox="1"/>
            <p:nvPr/>
          </p:nvSpPr>
          <p:spPr>
            <a:xfrm>
              <a:off x="2577346" y="1747292"/>
              <a:ext cx="115416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1">
                  <a:latin typeface="Roboto"/>
                </a:rPr>
                <a:t>Schedule Feasibility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391A0ABA-208C-DEC4-C8E7-D38462346525}"/>
                </a:ext>
              </a:extLst>
            </p:cNvPr>
            <p:cNvSpPr txBox="1"/>
            <p:nvPr/>
          </p:nvSpPr>
          <p:spPr>
            <a:xfrm>
              <a:off x="5664662" y="3868556"/>
              <a:ext cx="101309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latin typeface="Roboto"/>
                </a:rPr>
                <a:t>Revenue Streams</a:t>
              </a:r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7DBEEE8F-D8AD-CE99-DD9E-2B6CE3E2D572}"/>
              </a:ext>
            </a:extLst>
          </p:cNvPr>
          <p:cNvGrpSpPr/>
          <p:nvPr/>
        </p:nvGrpSpPr>
        <p:grpSpPr>
          <a:xfrm>
            <a:off x="6626372" y="1274453"/>
            <a:ext cx="4947945" cy="4985745"/>
            <a:chOff x="2816751" y="1435303"/>
            <a:chExt cx="3686370" cy="4503717"/>
          </a:xfrm>
        </p:grpSpPr>
        <p:sp>
          <p:nvSpPr>
            <p:cNvPr id="304" name="Rounded Rectangle 1">
              <a:extLst>
                <a:ext uri="{FF2B5EF4-FFF2-40B4-BE49-F238E27FC236}">
                  <a16:creationId xmlns:a16="http://schemas.microsoft.com/office/drawing/2014/main" id="{CFDC9451-0863-B9D3-4502-3EABADDB3F76}"/>
                </a:ext>
              </a:extLst>
            </p:cNvPr>
            <p:cNvSpPr/>
            <p:nvPr/>
          </p:nvSpPr>
          <p:spPr>
            <a:xfrm>
              <a:off x="3490913" y="5280533"/>
              <a:ext cx="2166937" cy="134170"/>
            </a:xfrm>
            <a:custGeom>
              <a:avLst/>
              <a:gdLst/>
              <a:ahLst/>
              <a:cxnLst/>
              <a:rect l="0" t="0" r="0" b="0"/>
              <a:pathLst>
                <a:path w="978945" h="134170">
                  <a:moveTo>
                    <a:pt x="978945" y="0"/>
                  </a:moveTo>
                  <a:lnTo>
                    <a:pt x="978945" y="87275"/>
                  </a:lnTo>
                  <a:cubicBezTo>
                    <a:pt x="978945" y="113015"/>
                    <a:pt x="958085" y="133883"/>
                    <a:pt x="932345" y="133892"/>
                  </a:cubicBezTo>
                  <a:lnTo>
                    <a:pt x="565224" y="134022"/>
                  </a:lnTo>
                  <a:moveTo>
                    <a:pt x="0" y="0"/>
                  </a:moveTo>
                  <a:lnTo>
                    <a:pt x="0" y="87553"/>
                  </a:lnTo>
                  <a:cubicBezTo>
                    <a:pt x="0" y="113299"/>
                    <a:pt x="20870" y="134170"/>
                    <a:pt x="46616" y="134170"/>
                  </a:cubicBezTo>
                  <a:lnTo>
                    <a:pt x="419548" y="134170"/>
                  </a:lnTo>
                </a:path>
              </a:pathLst>
            </a:custGeom>
            <a:noFill/>
            <a:ln w="874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3200">
                <a:latin typeface="Bahnschrift" panose="020B0502040204020203" pitchFamily="34" charset="0"/>
              </a:endParaRPr>
            </a:p>
          </p:txBody>
        </p:sp>
        <p:sp>
          <p:nvSpPr>
            <p:cNvPr id="305" name="Rounded Rectangle 2">
              <a:extLst>
                <a:ext uri="{FF2B5EF4-FFF2-40B4-BE49-F238E27FC236}">
                  <a16:creationId xmlns:a16="http://schemas.microsoft.com/office/drawing/2014/main" id="{239AA9EA-DBA2-DB76-1B7A-651FF27C7DD0}"/>
                </a:ext>
              </a:extLst>
            </p:cNvPr>
            <p:cNvSpPr/>
            <p:nvPr/>
          </p:nvSpPr>
          <p:spPr>
            <a:xfrm>
              <a:off x="4507683" y="5344630"/>
              <a:ext cx="140356" cy="139849"/>
            </a:xfrm>
            <a:custGeom>
              <a:avLst/>
              <a:gdLst/>
              <a:ahLst/>
              <a:cxnLst/>
              <a:rect l="0" t="0" r="0" b="0"/>
              <a:pathLst>
                <a:path w="140356" h="139849">
                  <a:moveTo>
                    <a:pt x="70175" y="0"/>
                  </a:moveTo>
                  <a:cubicBezTo>
                    <a:pt x="108931" y="0"/>
                    <a:pt x="140356" y="31308"/>
                    <a:pt x="140356" y="69924"/>
                  </a:cubicBezTo>
                  <a:cubicBezTo>
                    <a:pt x="140356" y="108540"/>
                    <a:pt x="108931" y="139849"/>
                    <a:pt x="70175" y="139849"/>
                  </a:cubicBezTo>
                  <a:cubicBezTo>
                    <a:pt x="31419" y="139849"/>
                    <a:pt x="0" y="108540"/>
                    <a:pt x="0" y="69924"/>
                  </a:cubicBezTo>
                  <a:cubicBezTo>
                    <a:pt x="0" y="31308"/>
                    <a:pt x="31419" y="0"/>
                    <a:pt x="70175" y="0"/>
                  </a:cubicBezTo>
                  <a:moveTo>
                    <a:pt x="69924" y="34962"/>
                  </a:moveTo>
                  <a:cubicBezTo>
                    <a:pt x="50613" y="34962"/>
                    <a:pt x="34962" y="50613"/>
                    <a:pt x="34962" y="69924"/>
                  </a:cubicBezTo>
                  <a:cubicBezTo>
                    <a:pt x="34962" y="89235"/>
                    <a:pt x="50613" y="104887"/>
                    <a:pt x="69924" y="104887"/>
                  </a:cubicBezTo>
                  <a:cubicBezTo>
                    <a:pt x="89235" y="104887"/>
                    <a:pt x="104887" y="89235"/>
                    <a:pt x="104887" y="69924"/>
                  </a:cubicBezTo>
                  <a:cubicBezTo>
                    <a:pt x="104887" y="50613"/>
                    <a:pt x="89235" y="34962"/>
                    <a:pt x="69924" y="34962"/>
                  </a:cubicBezTo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>
                <a:latin typeface="Bahnschrift" panose="020B0502040204020203" pitchFamily="34" charset="0"/>
              </a:endParaRPr>
            </a:p>
          </p:txBody>
        </p:sp>
        <p:sp>
          <p:nvSpPr>
            <p:cNvPr id="306" name="Rounded Rectangle 3">
              <a:extLst>
                <a:ext uri="{FF2B5EF4-FFF2-40B4-BE49-F238E27FC236}">
                  <a16:creationId xmlns:a16="http://schemas.microsoft.com/office/drawing/2014/main" id="{ADE13B72-F057-35A7-8B80-9FEE853C7F14}"/>
                </a:ext>
              </a:extLst>
            </p:cNvPr>
            <p:cNvSpPr/>
            <p:nvPr/>
          </p:nvSpPr>
          <p:spPr>
            <a:xfrm>
              <a:off x="4507683" y="5344630"/>
              <a:ext cx="140355" cy="139849"/>
            </a:xfrm>
            <a:custGeom>
              <a:avLst/>
              <a:gdLst/>
              <a:ahLst/>
              <a:cxnLst/>
              <a:rect l="0" t="0" r="0" b="0"/>
              <a:pathLst>
                <a:path w="140355" h="139849">
                  <a:moveTo>
                    <a:pt x="70175" y="0"/>
                  </a:moveTo>
                  <a:cubicBezTo>
                    <a:pt x="108932" y="0"/>
                    <a:pt x="140355" y="31306"/>
                    <a:pt x="140355" y="69924"/>
                  </a:cubicBezTo>
                  <a:cubicBezTo>
                    <a:pt x="140355" y="108542"/>
                    <a:pt x="108932" y="139849"/>
                    <a:pt x="70175" y="139849"/>
                  </a:cubicBezTo>
                  <a:cubicBezTo>
                    <a:pt x="31418" y="139848"/>
                    <a:pt x="0" y="108542"/>
                    <a:pt x="0" y="69924"/>
                  </a:cubicBezTo>
                  <a:cubicBezTo>
                    <a:pt x="0" y="31307"/>
                    <a:pt x="31418" y="0"/>
                    <a:pt x="70175" y="0"/>
                  </a:cubicBezTo>
                  <a:close/>
                  <a:moveTo>
                    <a:pt x="69924" y="34962"/>
                  </a:moveTo>
                  <a:cubicBezTo>
                    <a:pt x="50615" y="34962"/>
                    <a:pt x="34962" y="50615"/>
                    <a:pt x="34962" y="69924"/>
                  </a:cubicBezTo>
                  <a:cubicBezTo>
                    <a:pt x="34962" y="89233"/>
                    <a:pt x="50615" y="104887"/>
                    <a:pt x="69924" y="104887"/>
                  </a:cubicBezTo>
                  <a:cubicBezTo>
                    <a:pt x="89233" y="104887"/>
                    <a:pt x="104887" y="89233"/>
                    <a:pt x="104887" y="69924"/>
                  </a:cubicBezTo>
                  <a:cubicBezTo>
                    <a:pt x="104887" y="50615"/>
                    <a:pt x="89233" y="34962"/>
                    <a:pt x="69924" y="34962"/>
                  </a:cubicBezTo>
                  <a:close/>
                </a:path>
              </a:pathLst>
            </a:custGeom>
            <a:noFill/>
            <a:ln w="874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3200">
                <a:latin typeface="Bahnschrift" panose="020B0502040204020203" pitchFamily="34" charset="0"/>
              </a:endParaRPr>
            </a:p>
          </p:txBody>
        </p: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17FCB13A-6FB3-E02E-53B4-4BAF48721DA8}"/>
                </a:ext>
              </a:extLst>
            </p:cNvPr>
            <p:cNvGrpSpPr/>
            <p:nvPr/>
          </p:nvGrpSpPr>
          <p:grpSpPr>
            <a:xfrm>
              <a:off x="4297909" y="5468899"/>
              <a:ext cx="559397" cy="470121"/>
              <a:chOff x="1538343" y="4844186"/>
              <a:chExt cx="559397" cy="470121"/>
            </a:xfrm>
          </p:grpSpPr>
          <p:sp>
            <p:nvSpPr>
              <p:cNvPr id="349" name="Rounded Rectangle 4">
                <a:extLst>
                  <a:ext uri="{FF2B5EF4-FFF2-40B4-BE49-F238E27FC236}">
                    <a16:creationId xmlns:a16="http://schemas.microsoft.com/office/drawing/2014/main" id="{8D569497-27E6-EBA0-BC41-1CBE5922839E}"/>
                  </a:ext>
                </a:extLst>
              </p:cNvPr>
              <p:cNvSpPr/>
              <p:nvPr/>
            </p:nvSpPr>
            <p:spPr>
              <a:xfrm>
                <a:off x="1608268" y="4844186"/>
                <a:ext cx="419548" cy="400167"/>
              </a:xfrm>
              <a:custGeom>
                <a:avLst/>
                <a:gdLst/>
                <a:ahLst/>
                <a:cxnLst/>
                <a:rect l="0" t="0" r="0" b="0"/>
                <a:pathLst>
                  <a:path w="419548" h="400167">
                    <a:moveTo>
                      <a:pt x="0" y="400167"/>
                    </a:moveTo>
                    <a:lnTo>
                      <a:pt x="419548" y="400167"/>
                    </a:lnTo>
                    <a:cubicBezTo>
                      <a:pt x="419548" y="400167"/>
                      <a:pt x="302960" y="105860"/>
                      <a:pt x="256151" y="337"/>
                    </a:cubicBezTo>
                    <a:cubicBezTo>
                      <a:pt x="243134" y="11374"/>
                      <a:pt x="227680" y="17463"/>
                      <a:pt x="210024" y="17463"/>
                    </a:cubicBezTo>
                    <a:cubicBezTo>
                      <a:pt x="192211" y="17463"/>
                      <a:pt x="176489" y="11263"/>
                      <a:pt x="163577" y="0"/>
                    </a:cubicBezTo>
                    <a:cubicBezTo>
                      <a:pt x="116815" y="105557"/>
                      <a:pt x="0" y="400167"/>
                      <a:pt x="0" y="400167"/>
                    </a:cubicBezTo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3200">
                  <a:latin typeface="Bahnschrift" panose="020B0502040204020203" pitchFamily="34" charset="0"/>
                </a:endParaRPr>
              </a:p>
            </p:txBody>
          </p:sp>
          <p:sp>
            <p:nvSpPr>
              <p:cNvPr id="350" name="Rounded Rectangle 5">
                <a:extLst>
                  <a:ext uri="{FF2B5EF4-FFF2-40B4-BE49-F238E27FC236}">
                    <a16:creationId xmlns:a16="http://schemas.microsoft.com/office/drawing/2014/main" id="{E7221F08-7C95-B584-6170-BA006827A862}"/>
                  </a:ext>
                </a:extLst>
              </p:cNvPr>
              <p:cNvSpPr/>
              <p:nvPr/>
            </p:nvSpPr>
            <p:spPr>
              <a:xfrm>
                <a:off x="1538343" y="5244383"/>
                <a:ext cx="559397" cy="69924"/>
              </a:xfrm>
              <a:custGeom>
                <a:avLst/>
                <a:gdLst/>
                <a:ahLst/>
                <a:cxnLst/>
                <a:rect l="0" t="0" r="0" b="0"/>
                <a:pathLst>
                  <a:path w="559397" h="69924">
                    <a:moveTo>
                      <a:pt x="46616" y="0"/>
                    </a:moveTo>
                    <a:cubicBezTo>
                      <a:pt x="20872" y="0"/>
                      <a:pt x="0" y="20872"/>
                      <a:pt x="0" y="46616"/>
                    </a:cubicBezTo>
                    <a:lnTo>
                      <a:pt x="0" y="58270"/>
                    </a:lnTo>
                    <a:cubicBezTo>
                      <a:pt x="0" y="64709"/>
                      <a:pt x="5215" y="69924"/>
                      <a:pt x="11654" y="69924"/>
                    </a:cubicBezTo>
                    <a:lnTo>
                      <a:pt x="547743" y="69924"/>
                    </a:lnTo>
                    <a:cubicBezTo>
                      <a:pt x="554176" y="69924"/>
                      <a:pt x="559397" y="64709"/>
                      <a:pt x="559397" y="58270"/>
                    </a:cubicBezTo>
                    <a:lnTo>
                      <a:pt x="559397" y="46616"/>
                    </a:lnTo>
                    <a:cubicBezTo>
                      <a:pt x="559397" y="20872"/>
                      <a:pt x="538525" y="0"/>
                      <a:pt x="512781" y="0"/>
                    </a:cubicBezTo>
                    <a:lnTo>
                      <a:pt x="46616" y="0"/>
                    </a:lnTo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3200">
                  <a:latin typeface="Bahnschrift" panose="020B0502040204020203" pitchFamily="34" charset="0"/>
                </a:endParaRPr>
              </a:p>
            </p:txBody>
          </p: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FF756C6F-6720-E572-CB9E-AD5C1604F462}"/>
                </a:ext>
              </a:extLst>
            </p:cNvPr>
            <p:cNvGrpSpPr/>
            <p:nvPr/>
          </p:nvGrpSpPr>
          <p:grpSpPr>
            <a:xfrm>
              <a:off x="4297909" y="5468899"/>
              <a:ext cx="559397" cy="470121"/>
              <a:chOff x="1538343" y="4844186"/>
              <a:chExt cx="559397" cy="470121"/>
            </a:xfrm>
          </p:grpSpPr>
          <p:sp>
            <p:nvSpPr>
              <p:cNvPr id="347" name="Rounded Rectangle 7">
                <a:extLst>
                  <a:ext uri="{FF2B5EF4-FFF2-40B4-BE49-F238E27FC236}">
                    <a16:creationId xmlns:a16="http://schemas.microsoft.com/office/drawing/2014/main" id="{B08EE6AA-F7C3-311A-6A0B-601DDFCD4C8B}"/>
                  </a:ext>
                </a:extLst>
              </p:cNvPr>
              <p:cNvSpPr/>
              <p:nvPr/>
            </p:nvSpPr>
            <p:spPr>
              <a:xfrm>
                <a:off x="1608268" y="4844186"/>
                <a:ext cx="419548" cy="400169"/>
              </a:xfrm>
              <a:custGeom>
                <a:avLst/>
                <a:gdLst/>
                <a:ahLst/>
                <a:cxnLst/>
                <a:rect l="0" t="0" r="0" b="0"/>
                <a:pathLst>
                  <a:path w="419548" h="400169">
                    <a:moveTo>
                      <a:pt x="0" y="400169"/>
                    </a:moveTo>
                    <a:lnTo>
                      <a:pt x="419548" y="400169"/>
                    </a:lnTo>
                    <a:cubicBezTo>
                      <a:pt x="419548" y="400169"/>
                      <a:pt x="302959" y="105857"/>
                      <a:pt x="256149" y="339"/>
                    </a:cubicBezTo>
                    <a:cubicBezTo>
                      <a:pt x="243135" y="11375"/>
                      <a:pt x="227682" y="17463"/>
                      <a:pt x="210025" y="17463"/>
                    </a:cubicBezTo>
                    <a:cubicBezTo>
                      <a:pt x="192213" y="17463"/>
                      <a:pt x="176488" y="11266"/>
                      <a:pt x="163577" y="0"/>
                    </a:cubicBezTo>
                    <a:cubicBezTo>
                      <a:pt x="116815" y="105556"/>
                      <a:pt x="0" y="400169"/>
                      <a:pt x="0" y="400169"/>
                    </a:cubicBezTo>
                    <a:close/>
                  </a:path>
                </a:pathLst>
              </a:custGeom>
              <a:noFill/>
              <a:ln w="874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 sz="3200">
                  <a:latin typeface="Bahnschrift" panose="020B0502040204020203" pitchFamily="34" charset="0"/>
                </a:endParaRPr>
              </a:p>
            </p:txBody>
          </p:sp>
          <p:sp>
            <p:nvSpPr>
              <p:cNvPr id="348" name="Rounded Rectangle 8">
                <a:extLst>
                  <a:ext uri="{FF2B5EF4-FFF2-40B4-BE49-F238E27FC236}">
                    <a16:creationId xmlns:a16="http://schemas.microsoft.com/office/drawing/2014/main" id="{3F30B5B5-88F9-8495-1E08-95BD3E0DE6C8}"/>
                  </a:ext>
                </a:extLst>
              </p:cNvPr>
              <p:cNvSpPr/>
              <p:nvPr/>
            </p:nvSpPr>
            <p:spPr>
              <a:xfrm>
                <a:off x="1538343" y="5075398"/>
                <a:ext cx="559397" cy="238909"/>
              </a:xfrm>
              <a:custGeom>
                <a:avLst/>
                <a:gdLst/>
                <a:ahLst/>
                <a:cxnLst/>
                <a:rect l="0" t="0" r="0" b="0"/>
                <a:pathLst>
                  <a:path w="559397" h="238909">
                    <a:moveTo>
                      <a:pt x="46616" y="168984"/>
                    </a:moveTo>
                    <a:cubicBezTo>
                      <a:pt x="20871" y="168984"/>
                      <a:pt x="0" y="189855"/>
                      <a:pt x="0" y="215600"/>
                    </a:cubicBezTo>
                    <a:lnTo>
                      <a:pt x="0" y="227255"/>
                    </a:lnTo>
                    <a:cubicBezTo>
                      <a:pt x="0" y="233691"/>
                      <a:pt x="5217" y="238909"/>
                      <a:pt x="11654" y="238909"/>
                    </a:cubicBezTo>
                    <a:lnTo>
                      <a:pt x="547743" y="238909"/>
                    </a:lnTo>
                    <a:cubicBezTo>
                      <a:pt x="554179" y="238909"/>
                      <a:pt x="559397" y="233691"/>
                      <a:pt x="559397" y="227255"/>
                    </a:cubicBezTo>
                    <a:lnTo>
                      <a:pt x="559397" y="215601"/>
                    </a:lnTo>
                    <a:cubicBezTo>
                      <a:pt x="559397" y="189855"/>
                      <a:pt x="538526" y="168984"/>
                      <a:pt x="512781" y="168984"/>
                    </a:cubicBezTo>
                    <a:lnTo>
                      <a:pt x="46616" y="168984"/>
                    </a:lnTo>
                    <a:close/>
                    <a:moveTo>
                      <a:pt x="279698" y="122368"/>
                    </a:moveTo>
                    <a:cubicBezTo>
                      <a:pt x="288189" y="122368"/>
                      <a:pt x="296150" y="124638"/>
                      <a:pt x="303006" y="128604"/>
                    </a:cubicBezTo>
                    <a:lnTo>
                      <a:pt x="303006" y="75751"/>
                    </a:lnTo>
                    <a:lnTo>
                      <a:pt x="279698" y="52443"/>
                    </a:lnTo>
                    <a:lnTo>
                      <a:pt x="256390" y="75751"/>
                    </a:lnTo>
                    <a:lnTo>
                      <a:pt x="256390" y="128604"/>
                    </a:lnTo>
                    <a:cubicBezTo>
                      <a:pt x="263247" y="124638"/>
                      <a:pt x="271207" y="122368"/>
                      <a:pt x="279698" y="122368"/>
                    </a:cubicBezTo>
                    <a:close/>
                    <a:moveTo>
                      <a:pt x="326315" y="168984"/>
                    </a:moveTo>
                    <a:cubicBezTo>
                      <a:pt x="326315" y="151730"/>
                      <a:pt x="316940" y="136664"/>
                      <a:pt x="303006" y="128604"/>
                    </a:cubicBezTo>
                    <a:cubicBezTo>
                      <a:pt x="296150" y="124638"/>
                      <a:pt x="288189" y="122368"/>
                      <a:pt x="279698" y="122368"/>
                    </a:cubicBezTo>
                    <a:cubicBezTo>
                      <a:pt x="271207" y="122368"/>
                      <a:pt x="263247" y="124638"/>
                      <a:pt x="256390" y="128604"/>
                    </a:cubicBezTo>
                    <a:cubicBezTo>
                      <a:pt x="242456" y="136664"/>
                      <a:pt x="233082" y="151730"/>
                      <a:pt x="233082" y="168984"/>
                    </a:cubicBezTo>
                    <a:lnTo>
                      <a:pt x="326315" y="168984"/>
                    </a:lnTo>
                    <a:close/>
                    <a:moveTo>
                      <a:pt x="279699" y="0"/>
                    </a:moveTo>
                    <a:lnTo>
                      <a:pt x="279699" y="33796"/>
                    </a:lnTo>
                    <a:moveTo>
                      <a:pt x="399171" y="49512"/>
                    </a:moveTo>
                    <a:lnTo>
                      <a:pt x="375287" y="73395"/>
                    </a:lnTo>
                    <a:moveTo>
                      <a:pt x="160226" y="49512"/>
                    </a:moveTo>
                    <a:lnTo>
                      <a:pt x="184110" y="73395"/>
                    </a:lnTo>
                    <a:moveTo>
                      <a:pt x="319016" y="22080"/>
                    </a:moveTo>
                    <a:lnTo>
                      <a:pt x="314678" y="38359"/>
                    </a:lnTo>
                    <a:moveTo>
                      <a:pt x="203599" y="37289"/>
                    </a:moveTo>
                    <a:lnTo>
                      <a:pt x="212105" y="51934"/>
                    </a:lnTo>
                    <a:moveTo>
                      <a:pt x="355629" y="37233"/>
                    </a:moveTo>
                    <a:lnTo>
                      <a:pt x="347236" y="51821"/>
                    </a:lnTo>
                    <a:moveTo>
                      <a:pt x="240213" y="22136"/>
                    </a:moveTo>
                    <a:lnTo>
                      <a:pt x="244606" y="38416"/>
                    </a:lnTo>
                  </a:path>
                </a:pathLst>
              </a:custGeom>
              <a:noFill/>
              <a:ln w="874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 sz="3200"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309" name="Rounded Rectangle 10">
              <a:extLst>
                <a:ext uri="{FF2B5EF4-FFF2-40B4-BE49-F238E27FC236}">
                  <a16:creationId xmlns:a16="http://schemas.microsoft.com/office/drawing/2014/main" id="{17015824-4D91-8465-25FA-6F3E346B3BE3}"/>
                </a:ext>
              </a:extLst>
            </p:cNvPr>
            <p:cNvSpPr/>
            <p:nvPr/>
          </p:nvSpPr>
          <p:spPr>
            <a:xfrm>
              <a:off x="4846707" y="5158040"/>
              <a:ext cx="1331476" cy="128060"/>
            </a:xfrm>
            <a:custGeom>
              <a:avLst/>
              <a:gdLst/>
              <a:ahLst/>
              <a:cxnLst/>
              <a:rect l="0" t="0" r="0" b="0"/>
              <a:pathLst>
                <a:path w="419548" h="104887">
                  <a:moveTo>
                    <a:pt x="0" y="10488"/>
                  </a:moveTo>
                  <a:cubicBezTo>
                    <a:pt x="0" y="4696"/>
                    <a:pt x="4696" y="0"/>
                    <a:pt x="10488" y="0"/>
                  </a:cubicBezTo>
                  <a:lnTo>
                    <a:pt x="409059" y="0"/>
                  </a:lnTo>
                  <a:cubicBezTo>
                    <a:pt x="414851" y="0"/>
                    <a:pt x="419548" y="4696"/>
                    <a:pt x="419548" y="10488"/>
                  </a:cubicBezTo>
                  <a:cubicBezTo>
                    <a:pt x="419548" y="62623"/>
                    <a:pt x="377284" y="104887"/>
                    <a:pt x="325149" y="104887"/>
                  </a:cubicBezTo>
                  <a:lnTo>
                    <a:pt x="94398" y="104887"/>
                  </a:lnTo>
                  <a:cubicBezTo>
                    <a:pt x="42263" y="104887"/>
                    <a:pt x="0" y="62623"/>
                    <a:pt x="0" y="10488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dirty="0">
                <a:latin typeface="Bahnschrift" panose="020B0502040204020203" pitchFamily="34" charset="0"/>
              </a:endParaRPr>
            </a:p>
          </p:txBody>
        </p:sp>
        <p:sp>
          <p:nvSpPr>
            <p:cNvPr id="310" name="Rounded Rectangle 11">
              <a:extLst>
                <a:ext uri="{FF2B5EF4-FFF2-40B4-BE49-F238E27FC236}">
                  <a16:creationId xmlns:a16="http://schemas.microsoft.com/office/drawing/2014/main" id="{E819F44B-BA5A-C659-5976-41EE8C5C4048}"/>
                </a:ext>
              </a:extLst>
            </p:cNvPr>
            <p:cNvSpPr/>
            <p:nvPr/>
          </p:nvSpPr>
          <p:spPr>
            <a:xfrm>
              <a:off x="4846093" y="5152212"/>
              <a:ext cx="1331476" cy="128060"/>
            </a:xfrm>
            <a:custGeom>
              <a:avLst/>
              <a:gdLst/>
              <a:ahLst/>
              <a:cxnLst/>
              <a:rect l="0" t="0" r="0" b="0"/>
              <a:pathLst>
                <a:path w="419548" h="104887">
                  <a:moveTo>
                    <a:pt x="0" y="10488"/>
                  </a:moveTo>
                  <a:cubicBezTo>
                    <a:pt x="0" y="4696"/>
                    <a:pt x="4696" y="0"/>
                    <a:pt x="10488" y="0"/>
                  </a:cubicBezTo>
                  <a:lnTo>
                    <a:pt x="409059" y="0"/>
                  </a:lnTo>
                  <a:cubicBezTo>
                    <a:pt x="414852" y="0"/>
                    <a:pt x="419548" y="4696"/>
                    <a:pt x="419548" y="10488"/>
                  </a:cubicBezTo>
                  <a:cubicBezTo>
                    <a:pt x="419548" y="62623"/>
                    <a:pt x="377284" y="104887"/>
                    <a:pt x="325149" y="104887"/>
                  </a:cubicBezTo>
                  <a:lnTo>
                    <a:pt x="94398" y="104887"/>
                  </a:lnTo>
                  <a:cubicBezTo>
                    <a:pt x="42263" y="104887"/>
                    <a:pt x="0" y="62623"/>
                    <a:pt x="0" y="10488"/>
                  </a:cubicBezTo>
                  <a:close/>
                </a:path>
              </a:pathLst>
            </a:custGeom>
            <a:noFill/>
            <a:ln w="874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3200">
                <a:latin typeface="Bahnschrift" panose="020B0502040204020203" pitchFamily="34" charset="0"/>
              </a:endParaRPr>
            </a:p>
          </p:txBody>
        </p:sp>
        <p:sp>
          <p:nvSpPr>
            <p:cNvPr id="311" name="Rounded Rectangle 12">
              <a:extLst>
                <a:ext uri="{FF2B5EF4-FFF2-40B4-BE49-F238E27FC236}">
                  <a16:creationId xmlns:a16="http://schemas.microsoft.com/office/drawing/2014/main" id="{BF63D328-A061-E4A4-89E0-CE3E4F264ABA}"/>
                </a:ext>
              </a:extLst>
            </p:cNvPr>
            <p:cNvSpPr/>
            <p:nvPr/>
          </p:nvSpPr>
          <p:spPr>
            <a:xfrm>
              <a:off x="3015985" y="5169818"/>
              <a:ext cx="1281924" cy="126325"/>
            </a:xfrm>
            <a:custGeom>
              <a:avLst/>
              <a:gdLst/>
              <a:ahLst/>
              <a:cxnLst/>
              <a:rect l="0" t="0" r="0" b="0"/>
              <a:pathLst>
                <a:path w="419548" h="104887">
                  <a:moveTo>
                    <a:pt x="0" y="10488"/>
                  </a:moveTo>
                  <a:cubicBezTo>
                    <a:pt x="0" y="4696"/>
                    <a:pt x="4696" y="0"/>
                    <a:pt x="10488" y="0"/>
                  </a:cubicBezTo>
                  <a:lnTo>
                    <a:pt x="409059" y="0"/>
                  </a:lnTo>
                  <a:cubicBezTo>
                    <a:pt x="414851" y="0"/>
                    <a:pt x="419548" y="4696"/>
                    <a:pt x="419548" y="10488"/>
                  </a:cubicBezTo>
                  <a:cubicBezTo>
                    <a:pt x="419548" y="62623"/>
                    <a:pt x="377284" y="104887"/>
                    <a:pt x="325149" y="104887"/>
                  </a:cubicBezTo>
                  <a:lnTo>
                    <a:pt x="94398" y="104887"/>
                  </a:lnTo>
                  <a:cubicBezTo>
                    <a:pt x="42263" y="104887"/>
                    <a:pt x="0" y="62623"/>
                    <a:pt x="0" y="10488"/>
                  </a:cubicBezTo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dirty="0">
                <a:latin typeface="Bahnschrift" panose="020B0502040204020203" pitchFamily="34" charset="0"/>
              </a:endParaRPr>
            </a:p>
          </p:txBody>
        </p:sp>
        <p:sp>
          <p:nvSpPr>
            <p:cNvPr id="312" name="Rounded Rectangle 13">
              <a:extLst>
                <a:ext uri="{FF2B5EF4-FFF2-40B4-BE49-F238E27FC236}">
                  <a16:creationId xmlns:a16="http://schemas.microsoft.com/office/drawing/2014/main" id="{3643D086-B624-0475-3907-FAAE8940141B}"/>
                </a:ext>
              </a:extLst>
            </p:cNvPr>
            <p:cNvSpPr/>
            <p:nvPr/>
          </p:nvSpPr>
          <p:spPr>
            <a:xfrm>
              <a:off x="2977032" y="5169818"/>
              <a:ext cx="1320877" cy="126325"/>
            </a:xfrm>
            <a:custGeom>
              <a:avLst/>
              <a:gdLst/>
              <a:ahLst/>
              <a:cxnLst/>
              <a:rect l="0" t="0" r="0" b="0"/>
              <a:pathLst>
                <a:path w="419548" h="104887">
                  <a:moveTo>
                    <a:pt x="0" y="10488"/>
                  </a:moveTo>
                  <a:cubicBezTo>
                    <a:pt x="0" y="4696"/>
                    <a:pt x="4696" y="0"/>
                    <a:pt x="10488" y="0"/>
                  </a:cubicBezTo>
                  <a:lnTo>
                    <a:pt x="409059" y="0"/>
                  </a:lnTo>
                  <a:cubicBezTo>
                    <a:pt x="414852" y="0"/>
                    <a:pt x="419548" y="4696"/>
                    <a:pt x="419548" y="10488"/>
                  </a:cubicBezTo>
                  <a:cubicBezTo>
                    <a:pt x="419548" y="62623"/>
                    <a:pt x="377284" y="104887"/>
                    <a:pt x="325149" y="104887"/>
                  </a:cubicBezTo>
                  <a:lnTo>
                    <a:pt x="94398" y="104887"/>
                  </a:lnTo>
                  <a:cubicBezTo>
                    <a:pt x="42263" y="104887"/>
                    <a:pt x="0" y="62623"/>
                    <a:pt x="0" y="10488"/>
                  </a:cubicBezTo>
                  <a:close/>
                </a:path>
              </a:pathLst>
            </a:custGeom>
            <a:noFill/>
            <a:ln w="874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3200">
                <a:latin typeface="Bahnschrift" panose="020B0502040204020203" pitchFamily="34" charset="0"/>
              </a:endParaRPr>
            </a:p>
          </p:txBody>
        </p:sp>
        <p:sp>
          <p:nvSpPr>
            <p:cNvPr id="313" name="Rounded Rectangle 14">
              <a:extLst>
                <a:ext uri="{FF2B5EF4-FFF2-40B4-BE49-F238E27FC236}">
                  <a16:creationId xmlns:a16="http://schemas.microsoft.com/office/drawing/2014/main" id="{2DA2F4FC-A9AC-0688-1919-4693E4DABC42}"/>
                </a:ext>
              </a:extLst>
            </p:cNvPr>
            <p:cNvSpPr/>
            <p:nvPr/>
          </p:nvSpPr>
          <p:spPr>
            <a:xfrm>
              <a:off x="4926748" y="1924147"/>
              <a:ext cx="280398" cy="279745"/>
            </a:xfrm>
            <a:custGeom>
              <a:avLst/>
              <a:gdLst/>
              <a:ahLst/>
              <a:cxnLst/>
              <a:rect l="0" t="0" r="0" b="0"/>
              <a:pathLst>
                <a:path w="280398" h="279745">
                  <a:moveTo>
                    <a:pt x="29502" y="40789"/>
                  </a:moveTo>
                  <a:cubicBezTo>
                    <a:pt x="29502" y="63316"/>
                    <a:pt x="47764" y="81578"/>
                    <a:pt x="70291" y="81578"/>
                  </a:cubicBezTo>
                  <a:cubicBezTo>
                    <a:pt x="92819" y="81578"/>
                    <a:pt x="111081" y="63316"/>
                    <a:pt x="111081" y="40789"/>
                  </a:cubicBezTo>
                  <a:cubicBezTo>
                    <a:pt x="111081" y="18262"/>
                    <a:pt x="92819" y="0"/>
                    <a:pt x="70291" y="0"/>
                  </a:cubicBezTo>
                  <a:cubicBezTo>
                    <a:pt x="47764" y="0"/>
                    <a:pt x="29502" y="18262"/>
                    <a:pt x="29502" y="40789"/>
                  </a:cubicBezTo>
                  <a:moveTo>
                    <a:pt x="111197" y="156864"/>
                  </a:moveTo>
                  <a:cubicBezTo>
                    <a:pt x="111081" y="143875"/>
                    <a:pt x="118172" y="131895"/>
                    <a:pt x="129611" y="125747"/>
                  </a:cubicBezTo>
                  <a:cubicBezTo>
                    <a:pt x="116675" y="105562"/>
                    <a:pt x="94380" y="93320"/>
                    <a:pt x="70408" y="93232"/>
                  </a:cubicBezTo>
                  <a:cubicBezTo>
                    <a:pt x="34641" y="93011"/>
                    <a:pt x="4475" y="119810"/>
                    <a:pt x="483" y="155349"/>
                  </a:cubicBezTo>
                  <a:cubicBezTo>
                    <a:pt x="0" y="158828"/>
                    <a:pt x="1112" y="162341"/>
                    <a:pt x="3513" y="164905"/>
                  </a:cubicBezTo>
                  <a:cubicBezTo>
                    <a:pt x="5827" y="167492"/>
                    <a:pt x="9131" y="168978"/>
                    <a:pt x="12603" y="168984"/>
                  </a:cubicBezTo>
                  <a:lnTo>
                    <a:pt x="111197" y="168984"/>
                  </a:lnTo>
                  <a:lnTo>
                    <a:pt x="111197" y="156864"/>
                  </a:lnTo>
                  <a:moveTo>
                    <a:pt x="269344" y="139849"/>
                  </a:moveTo>
                  <a:cubicBezTo>
                    <a:pt x="248465" y="132215"/>
                    <a:pt x="226422" y="128276"/>
                    <a:pt x="204197" y="128195"/>
                  </a:cubicBezTo>
                  <a:cubicBezTo>
                    <a:pt x="182118" y="128218"/>
                    <a:pt x="160214" y="132163"/>
                    <a:pt x="139517" y="139849"/>
                  </a:cubicBezTo>
                  <a:cubicBezTo>
                    <a:pt x="132757" y="142762"/>
                    <a:pt x="128463" y="149504"/>
                    <a:pt x="128678" y="156864"/>
                  </a:cubicBezTo>
                  <a:lnTo>
                    <a:pt x="128678" y="196371"/>
                  </a:lnTo>
                  <a:cubicBezTo>
                    <a:pt x="130963" y="232587"/>
                    <a:pt x="154830" y="263860"/>
                    <a:pt x="189163" y="275619"/>
                  </a:cubicBezTo>
                  <a:lnTo>
                    <a:pt x="195573" y="278067"/>
                  </a:lnTo>
                  <a:cubicBezTo>
                    <a:pt x="198312" y="279180"/>
                    <a:pt x="201243" y="279733"/>
                    <a:pt x="204197" y="279698"/>
                  </a:cubicBezTo>
                  <a:cubicBezTo>
                    <a:pt x="207116" y="279745"/>
                    <a:pt x="210013" y="279186"/>
                    <a:pt x="212705" y="278067"/>
                  </a:cubicBezTo>
                  <a:lnTo>
                    <a:pt x="219231" y="275619"/>
                  </a:lnTo>
                  <a:cubicBezTo>
                    <a:pt x="255126" y="261984"/>
                    <a:pt x="280182" y="229003"/>
                    <a:pt x="280182" y="196371"/>
                  </a:cubicBezTo>
                  <a:lnTo>
                    <a:pt x="280182" y="156864"/>
                  </a:lnTo>
                  <a:cubicBezTo>
                    <a:pt x="280398" y="149504"/>
                    <a:pt x="276103" y="142762"/>
                    <a:pt x="269344" y="139849"/>
                  </a:cubicBezTo>
                  <a:moveTo>
                    <a:pt x="245220" y="174811"/>
                  </a:moveTo>
                  <a:lnTo>
                    <a:pt x="212122" y="218980"/>
                  </a:lnTo>
                  <a:cubicBezTo>
                    <a:pt x="209104" y="222984"/>
                    <a:pt x="204494" y="225489"/>
                    <a:pt x="199495" y="225850"/>
                  </a:cubicBezTo>
                  <a:cubicBezTo>
                    <a:pt x="194489" y="226206"/>
                    <a:pt x="189577" y="224382"/>
                    <a:pt x="186017" y="220845"/>
                  </a:cubicBezTo>
                  <a:lnTo>
                    <a:pt x="168885" y="203713"/>
                  </a:lnTo>
                  <a:cubicBezTo>
                    <a:pt x="166548" y="201534"/>
                    <a:pt x="165587" y="198254"/>
                    <a:pt x="166374" y="195154"/>
                  </a:cubicBezTo>
                  <a:cubicBezTo>
                    <a:pt x="167166" y="192059"/>
                    <a:pt x="169584" y="189641"/>
                    <a:pt x="172679" y="188849"/>
                  </a:cubicBezTo>
                  <a:cubicBezTo>
                    <a:pt x="175779" y="188062"/>
                    <a:pt x="179059" y="189023"/>
                    <a:pt x="181239" y="191360"/>
                  </a:cubicBezTo>
                  <a:lnTo>
                    <a:pt x="198603" y="207909"/>
                  </a:lnTo>
                  <a:lnTo>
                    <a:pt x="231468" y="163740"/>
                  </a:lnTo>
                  <a:cubicBezTo>
                    <a:pt x="234527" y="159941"/>
                    <a:pt x="240080" y="159340"/>
                    <a:pt x="243879" y="162400"/>
                  </a:cubicBezTo>
                  <a:cubicBezTo>
                    <a:pt x="247679" y="165459"/>
                    <a:pt x="248279" y="171012"/>
                    <a:pt x="245220" y="174811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14" name="Rounded Rectangle 15">
              <a:extLst>
                <a:ext uri="{FF2B5EF4-FFF2-40B4-BE49-F238E27FC236}">
                  <a16:creationId xmlns:a16="http://schemas.microsoft.com/office/drawing/2014/main" id="{1A509382-1193-1F41-3E1C-A5D880679E04}"/>
                </a:ext>
              </a:extLst>
            </p:cNvPr>
            <p:cNvSpPr/>
            <p:nvPr/>
          </p:nvSpPr>
          <p:spPr>
            <a:xfrm>
              <a:off x="4929789" y="3969444"/>
              <a:ext cx="274809" cy="257789"/>
            </a:xfrm>
            <a:custGeom>
              <a:avLst/>
              <a:gdLst/>
              <a:ahLst/>
              <a:cxnLst/>
              <a:rect l="0" t="0" r="0" b="0"/>
              <a:pathLst>
                <a:path w="274809" h="257789">
                  <a:moveTo>
                    <a:pt x="274809" y="17481"/>
                  </a:moveTo>
                  <a:cubicBezTo>
                    <a:pt x="274809" y="7825"/>
                    <a:pt x="266984" y="0"/>
                    <a:pt x="257328" y="0"/>
                  </a:cubicBezTo>
                  <a:lnTo>
                    <a:pt x="94171" y="0"/>
                  </a:lnTo>
                  <a:cubicBezTo>
                    <a:pt x="84515" y="0"/>
                    <a:pt x="76689" y="7825"/>
                    <a:pt x="76689" y="17481"/>
                  </a:cubicBezTo>
                  <a:lnTo>
                    <a:pt x="76689" y="110714"/>
                  </a:lnTo>
                  <a:cubicBezTo>
                    <a:pt x="76689" y="120369"/>
                    <a:pt x="84515" y="128195"/>
                    <a:pt x="94171" y="128195"/>
                  </a:cubicBezTo>
                  <a:lnTo>
                    <a:pt x="257328" y="128195"/>
                  </a:lnTo>
                  <a:cubicBezTo>
                    <a:pt x="266984" y="128195"/>
                    <a:pt x="274809" y="120369"/>
                    <a:pt x="274809" y="110714"/>
                  </a:cubicBezTo>
                  <a:lnTo>
                    <a:pt x="274809" y="17481"/>
                  </a:lnTo>
                  <a:moveTo>
                    <a:pt x="251501" y="101973"/>
                  </a:moveTo>
                  <a:cubicBezTo>
                    <a:pt x="251501" y="103581"/>
                    <a:pt x="250196" y="104887"/>
                    <a:pt x="248588" y="104887"/>
                  </a:cubicBezTo>
                  <a:lnTo>
                    <a:pt x="102911" y="104887"/>
                  </a:lnTo>
                  <a:cubicBezTo>
                    <a:pt x="101303" y="104887"/>
                    <a:pt x="99998" y="103581"/>
                    <a:pt x="99998" y="101973"/>
                  </a:cubicBezTo>
                  <a:lnTo>
                    <a:pt x="99998" y="26571"/>
                  </a:lnTo>
                  <a:cubicBezTo>
                    <a:pt x="99998" y="24963"/>
                    <a:pt x="101303" y="23657"/>
                    <a:pt x="102911" y="23657"/>
                  </a:cubicBezTo>
                  <a:lnTo>
                    <a:pt x="248588" y="23657"/>
                  </a:lnTo>
                  <a:cubicBezTo>
                    <a:pt x="250196" y="23657"/>
                    <a:pt x="251501" y="24963"/>
                    <a:pt x="251501" y="26571"/>
                  </a:cubicBezTo>
                  <a:lnTo>
                    <a:pt x="251501" y="101973"/>
                  </a:lnTo>
                  <a:moveTo>
                    <a:pt x="152441" y="64447"/>
                  </a:moveTo>
                  <a:cubicBezTo>
                    <a:pt x="152441" y="77319"/>
                    <a:pt x="162877" y="87755"/>
                    <a:pt x="175749" y="87755"/>
                  </a:cubicBezTo>
                  <a:cubicBezTo>
                    <a:pt x="188621" y="87755"/>
                    <a:pt x="199058" y="77319"/>
                    <a:pt x="199058" y="64447"/>
                  </a:cubicBezTo>
                  <a:cubicBezTo>
                    <a:pt x="199058" y="51575"/>
                    <a:pt x="188621" y="41139"/>
                    <a:pt x="175749" y="41139"/>
                  </a:cubicBezTo>
                  <a:cubicBezTo>
                    <a:pt x="162877" y="41139"/>
                    <a:pt x="152441" y="51575"/>
                    <a:pt x="152441" y="64447"/>
                  </a:cubicBezTo>
                  <a:moveTo>
                    <a:pt x="232855" y="175161"/>
                  </a:moveTo>
                  <a:lnTo>
                    <a:pt x="191716" y="188796"/>
                  </a:lnTo>
                  <a:cubicBezTo>
                    <a:pt x="190911" y="189035"/>
                    <a:pt x="190265" y="189641"/>
                    <a:pt x="189967" y="190428"/>
                  </a:cubicBezTo>
                  <a:cubicBezTo>
                    <a:pt x="186145" y="198691"/>
                    <a:pt x="177859" y="203970"/>
                    <a:pt x="168757" y="203947"/>
                  </a:cubicBezTo>
                  <a:lnTo>
                    <a:pt x="122140" y="203947"/>
                  </a:lnTo>
                  <a:cubicBezTo>
                    <a:pt x="118924" y="203947"/>
                    <a:pt x="116313" y="201336"/>
                    <a:pt x="116313" y="198120"/>
                  </a:cubicBezTo>
                  <a:cubicBezTo>
                    <a:pt x="116313" y="194903"/>
                    <a:pt x="118924" y="192292"/>
                    <a:pt x="122140" y="192292"/>
                  </a:cubicBezTo>
                  <a:lnTo>
                    <a:pt x="168757" y="192292"/>
                  </a:lnTo>
                  <a:cubicBezTo>
                    <a:pt x="175196" y="192292"/>
                    <a:pt x="180411" y="187077"/>
                    <a:pt x="180411" y="180638"/>
                  </a:cubicBezTo>
                  <a:cubicBezTo>
                    <a:pt x="180411" y="174199"/>
                    <a:pt x="175196" y="168984"/>
                    <a:pt x="168757" y="168984"/>
                  </a:cubicBezTo>
                  <a:lnTo>
                    <a:pt x="127968" y="168984"/>
                  </a:lnTo>
                  <a:cubicBezTo>
                    <a:pt x="114571" y="158542"/>
                    <a:pt x="98308" y="152441"/>
                    <a:pt x="81351" y="151503"/>
                  </a:cubicBezTo>
                  <a:lnTo>
                    <a:pt x="57344" y="151503"/>
                  </a:lnTo>
                  <a:cubicBezTo>
                    <a:pt x="50031" y="151783"/>
                    <a:pt x="42881" y="153776"/>
                    <a:pt x="36483" y="157330"/>
                  </a:cubicBezTo>
                  <a:lnTo>
                    <a:pt x="1520" y="174928"/>
                  </a:lnTo>
                  <a:cubicBezTo>
                    <a:pt x="582" y="175441"/>
                    <a:pt x="0" y="176425"/>
                    <a:pt x="5" y="177492"/>
                  </a:cubicBezTo>
                  <a:lnTo>
                    <a:pt x="5" y="240424"/>
                  </a:lnTo>
                  <a:cubicBezTo>
                    <a:pt x="29" y="241484"/>
                    <a:pt x="600" y="242458"/>
                    <a:pt x="1520" y="242988"/>
                  </a:cubicBezTo>
                  <a:cubicBezTo>
                    <a:pt x="2424" y="243506"/>
                    <a:pt x="3531" y="243506"/>
                    <a:pt x="4434" y="242988"/>
                  </a:cubicBezTo>
                  <a:lnTo>
                    <a:pt x="41960" y="219680"/>
                  </a:lnTo>
                  <a:cubicBezTo>
                    <a:pt x="44920" y="217827"/>
                    <a:pt x="48556" y="217401"/>
                    <a:pt x="51866" y="218514"/>
                  </a:cubicBezTo>
                  <a:cubicBezTo>
                    <a:pt x="168407" y="257672"/>
                    <a:pt x="129133" y="257789"/>
                    <a:pt x="260125" y="191593"/>
                  </a:cubicBezTo>
                  <a:cubicBezTo>
                    <a:pt x="262316" y="190737"/>
                    <a:pt x="263808" y="188685"/>
                    <a:pt x="263959" y="186337"/>
                  </a:cubicBezTo>
                  <a:cubicBezTo>
                    <a:pt x="264111" y="183989"/>
                    <a:pt x="262887" y="181769"/>
                    <a:pt x="260824" y="180638"/>
                  </a:cubicBezTo>
                  <a:cubicBezTo>
                    <a:pt x="253109" y="174025"/>
                    <a:pt x="242493" y="171944"/>
                    <a:pt x="232855" y="175161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15" name="Rounded Rectangle 16">
              <a:extLst>
                <a:ext uri="{FF2B5EF4-FFF2-40B4-BE49-F238E27FC236}">
                  <a16:creationId xmlns:a16="http://schemas.microsoft.com/office/drawing/2014/main" id="{601DD334-3718-3DA3-4E2C-B0DF040E570E}"/>
                </a:ext>
              </a:extLst>
            </p:cNvPr>
            <p:cNvSpPr/>
            <p:nvPr/>
          </p:nvSpPr>
          <p:spPr>
            <a:xfrm>
              <a:off x="3948286" y="4795191"/>
              <a:ext cx="279698" cy="269740"/>
            </a:xfrm>
            <a:custGeom>
              <a:avLst/>
              <a:gdLst/>
              <a:ahLst/>
              <a:cxnLst/>
              <a:rect l="0" t="0" r="0" b="0"/>
              <a:pathLst>
                <a:path w="279698" h="269740">
                  <a:moveTo>
                    <a:pt x="279698" y="116605"/>
                  </a:moveTo>
                  <a:cubicBezTo>
                    <a:pt x="279698" y="115031"/>
                    <a:pt x="279337" y="113476"/>
                    <a:pt x="278649" y="112060"/>
                  </a:cubicBezTo>
                  <a:lnTo>
                    <a:pt x="242755" y="30830"/>
                  </a:lnTo>
                  <a:cubicBezTo>
                    <a:pt x="242463" y="30120"/>
                    <a:pt x="242463" y="29327"/>
                    <a:pt x="242755" y="28616"/>
                  </a:cubicBezTo>
                  <a:cubicBezTo>
                    <a:pt x="243168" y="27870"/>
                    <a:pt x="243897" y="27358"/>
                    <a:pt x="244736" y="27218"/>
                  </a:cubicBezTo>
                  <a:lnTo>
                    <a:pt x="252428" y="24188"/>
                  </a:lnTo>
                  <a:cubicBezTo>
                    <a:pt x="258412" y="21676"/>
                    <a:pt x="261232" y="14789"/>
                    <a:pt x="258721" y="8804"/>
                  </a:cubicBezTo>
                  <a:cubicBezTo>
                    <a:pt x="256209" y="2820"/>
                    <a:pt x="249322" y="0"/>
                    <a:pt x="243337" y="2511"/>
                  </a:cubicBezTo>
                  <a:lnTo>
                    <a:pt x="155465" y="37473"/>
                  </a:lnTo>
                  <a:cubicBezTo>
                    <a:pt x="154632" y="37928"/>
                    <a:pt x="153618" y="37928"/>
                    <a:pt x="152785" y="37473"/>
                  </a:cubicBezTo>
                  <a:cubicBezTo>
                    <a:pt x="151771" y="36827"/>
                    <a:pt x="151264" y="35620"/>
                    <a:pt x="151503" y="34443"/>
                  </a:cubicBezTo>
                  <a:lnTo>
                    <a:pt x="151503" y="19176"/>
                  </a:lnTo>
                  <a:cubicBezTo>
                    <a:pt x="151503" y="12737"/>
                    <a:pt x="146288" y="7522"/>
                    <a:pt x="139849" y="7522"/>
                  </a:cubicBezTo>
                  <a:cubicBezTo>
                    <a:pt x="133410" y="7522"/>
                    <a:pt x="128195" y="12737"/>
                    <a:pt x="128195" y="19176"/>
                  </a:cubicBezTo>
                  <a:lnTo>
                    <a:pt x="128195" y="45981"/>
                  </a:lnTo>
                  <a:cubicBezTo>
                    <a:pt x="128177" y="47170"/>
                    <a:pt x="127443" y="48230"/>
                    <a:pt x="126330" y="48661"/>
                  </a:cubicBezTo>
                  <a:lnTo>
                    <a:pt x="21443" y="89917"/>
                  </a:lnTo>
                  <a:cubicBezTo>
                    <a:pt x="16135" y="91997"/>
                    <a:pt x="13110" y="97614"/>
                    <a:pt x="14299" y="103191"/>
                  </a:cubicBezTo>
                  <a:cubicBezTo>
                    <a:pt x="15482" y="108767"/>
                    <a:pt x="20528" y="112666"/>
                    <a:pt x="26221" y="112409"/>
                  </a:cubicBezTo>
                  <a:cubicBezTo>
                    <a:pt x="27229" y="112398"/>
                    <a:pt x="28185" y="112875"/>
                    <a:pt x="28785" y="113691"/>
                  </a:cubicBezTo>
                  <a:cubicBezTo>
                    <a:pt x="29187" y="114577"/>
                    <a:pt x="29187" y="115603"/>
                    <a:pt x="28785" y="116488"/>
                  </a:cubicBezTo>
                  <a:lnTo>
                    <a:pt x="1048" y="180469"/>
                  </a:lnTo>
                  <a:cubicBezTo>
                    <a:pt x="367" y="181891"/>
                    <a:pt x="11" y="183441"/>
                    <a:pt x="0" y="185014"/>
                  </a:cubicBezTo>
                  <a:cubicBezTo>
                    <a:pt x="0" y="213981"/>
                    <a:pt x="23477" y="237458"/>
                    <a:pt x="52443" y="237458"/>
                  </a:cubicBezTo>
                  <a:cubicBezTo>
                    <a:pt x="81409" y="237458"/>
                    <a:pt x="104887" y="213981"/>
                    <a:pt x="104887" y="185014"/>
                  </a:cubicBezTo>
                  <a:cubicBezTo>
                    <a:pt x="104799" y="183365"/>
                    <a:pt x="104403" y="181745"/>
                    <a:pt x="103721" y="180236"/>
                  </a:cubicBezTo>
                  <a:lnTo>
                    <a:pt x="68060" y="100056"/>
                  </a:lnTo>
                  <a:cubicBezTo>
                    <a:pt x="67704" y="99322"/>
                    <a:pt x="67704" y="98459"/>
                    <a:pt x="68060" y="97725"/>
                  </a:cubicBezTo>
                  <a:cubicBezTo>
                    <a:pt x="68479" y="96985"/>
                    <a:pt x="69138" y="96408"/>
                    <a:pt x="69924" y="96094"/>
                  </a:cubicBezTo>
                  <a:lnTo>
                    <a:pt x="124465" y="74650"/>
                  </a:lnTo>
                  <a:cubicBezTo>
                    <a:pt x="125299" y="74195"/>
                    <a:pt x="126313" y="74195"/>
                    <a:pt x="127146" y="74650"/>
                  </a:cubicBezTo>
                  <a:cubicBezTo>
                    <a:pt x="127962" y="75332"/>
                    <a:pt x="128364" y="76392"/>
                    <a:pt x="128195" y="77447"/>
                  </a:cubicBezTo>
                  <a:lnTo>
                    <a:pt x="128195" y="243518"/>
                  </a:lnTo>
                  <a:cubicBezTo>
                    <a:pt x="128195" y="245126"/>
                    <a:pt x="126890" y="246432"/>
                    <a:pt x="125281" y="246432"/>
                  </a:cubicBezTo>
                  <a:lnTo>
                    <a:pt x="88338" y="246432"/>
                  </a:lnTo>
                  <a:cubicBezTo>
                    <a:pt x="81899" y="246432"/>
                    <a:pt x="76684" y="251647"/>
                    <a:pt x="76684" y="258086"/>
                  </a:cubicBezTo>
                  <a:cubicBezTo>
                    <a:pt x="76684" y="264525"/>
                    <a:pt x="81899" y="269740"/>
                    <a:pt x="88338" y="269740"/>
                  </a:cubicBezTo>
                  <a:lnTo>
                    <a:pt x="191010" y="269740"/>
                  </a:lnTo>
                  <a:cubicBezTo>
                    <a:pt x="197449" y="269740"/>
                    <a:pt x="202665" y="264525"/>
                    <a:pt x="202665" y="258086"/>
                  </a:cubicBezTo>
                  <a:cubicBezTo>
                    <a:pt x="202665" y="251647"/>
                    <a:pt x="197449" y="246432"/>
                    <a:pt x="191010" y="246432"/>
                  </a:cubicBezTo>
                  <a:lnTo>
                    <a:pt x="154417" y="246432"/>
                  </a:lnTo>
                  <a:cubicBezTo>
                    <a:pt x="152808" y="246432"/>
                    <a:pt x="151503" y="245126"/>
                    <a:pt x="151503" y="243518"/>
                  </a:cubicBezTo>
                  <a:lnTo>
                    <a:pt x="151503" y="65793"/>
                  </a:lnTo>
                  <a:cubicBezTo>
                    <a:pt x="151521" y="64604"/>
                    <a:pt x="152255" y="63544"/>
                    <a:pt x="153368" y="63112"/>
                  </a:cubicBezTo>
                  <a:lnTo>
                    <a:pt x="199984" y="44466"/>
                  </a:lnTo>
                  <a:cubicBezTo>
                    <a:pt x="201080" y="44105"/>
                    <a:pt x="202292" y="44373"/>
                    <a:pt x="203131" y="45165"/>
                  </a:cubicBezTo>
                  <a:cubicBezTo>
                    <a:pt x="203929" y="46057"/>
                    <a:pt x="204156" y="47315"/>
                    <a:pt x="203713" y="48428"/>
                  </a:cubicBezTo>
                  <a:lnTo>
                    <a:pt x="175977" y="112409"/>
                  </a:lnTo>
                  <a:cubicBezTo>
                    <a:pt x="175289" y="113872"/>
                    <a:pt x="174893" y="115457"/>
                    <a:pt x="174811" y="117071"/>
                  </a:cubicBezTo>
                  <a:cubicBezTo>
                    <a:pt x="174811" y="146037"/>
                    <a:pt x="198288" y="169514"/>
                    <a:pt x="227255" y="169514"/>
                  </a:cubicBezTo>
                  <a:cubicBezTo>
                    <a:pt x="256221" y="169514"/>
                    <a:pt x="279698" y="146037"/>
                    <a:pt x="279698" y="117071"/>
                  </a:cubicBezTo>
                  <a:lnTo>
                    <a:pt x="279698" y="116605"/>
                  </a:lnTo>
                  <a:moveTo>
                    <a:pt x="32748" y="176507"/>
                  </a:moveTo>
                  <a:cubicBezTo>
                    <a:pt x="31774" y="176495"/>
                    <a:pt x="30860" y="176023"/>
                    <a:pt x="30300" y="175225"/>
                  </a:cubicBezTo>
                  <a:cubicBezTo>
                    <a:pt x="29898" y="174339"/>
                    <a:pt x="29898" y="173314"/>
                    <a:pt x="30300" y="172428"/>
                  </a:cubicBezTo>
                  <a:lnTo>
                    <a:pt x="49996" y="128259"/>
                  </a:lnTo>
                  <a:cubicBezTo>
                    <a:pt x="50456" y="127187"/>
                    <a:pt x="51511" y="126487"/>
                    <a:pt x="52676" y="126487"/>
                  </a:cubicBezTo>
                  <a:cubicBezTo>
                    <a:pt x="53842" y="126487"/>
                    <a:pt x="54896" y="127187"/>
                    <a:pt x="55357" y="128259"/>
                  </a:cubicBezTo>
                  <a:lnTo>
                    <a:pt x="74935" y="172428"/>
                  </a:lnTo>
                  <a:cubicBezTo>
                    <a:pt x="75338" y="173314"/>
                    <a:pt x="75338" y="174339"/>
                    <a:pt x="74935" y="175225"/>
                  </a:cubicBezTo>
                  <a:cubicBezTo>
                    <a:pt x="74376" y="176023"/>
                    <a:pt x="73461" y="176495"/>
                    <a:pt x="72488" y="176507"/>
                  </a:cubicBezTo>
                  <a:lnTo>
                    <a:pt x="32748" y="176507"/>
                  </a:lnTo>
                  <a:moveTo>
                    <a:pt x="207559" y="107981"/>
                  </a:moveTo>
                  <a:cubicBezTo>
                    <a:pt x="206586" y="107969"/>
                    <a:pt x="205671" y="107497"/>
                    <a:pt x="205112" y="106699"/>
                  </a:cubicBezTo>
                  <a:cubicBezTo>
                    <a:pt x="204710" y="105813"/>
                    <a:pt x="204710" y="104787"/>
                    <a:pt x="205112" y="103902"/>
                  </a:cubicBezTo>
                  <a:lnTo>
                    <a:pt x="224691" y="59733"/>
                  </a:lnTo>
                  <a:cubicBezTo>
                    <a:pt x="225151" y="58661"/>
                    <a:pt x="226206" y="57961"/>
                    <a:pt x="227371" y="57961"/>
                  </a:cubicBezTo>
                  <a:cubicBezTo>
                    <a:pt x="228537" y="57961"/>
                    <a:pt x="229591" y="58661"/>
                    <a:pt x="230052" y="59733"/>
                  </a:cubicBezTo>
                  <a:lnTo>
                    <a:pt x="249747" y="103902"/>
                  </a:lnTo>
                  <a:cubicBezTo>
                    <a:pt x="250149" y="104787"/>
                    <a:pt x="250149" y="105813"/>
                    <a:pt x="249747" y="106699"/>
                  </a:cubicBezTo>
                  <a:cubicBezTo>
                    <a:pt x="249188" y="107497"/>
                    <a:pt x="248273" y="107969"/>
                    <a:pt x="247300" y="107981"/>
                  </a:cubicBezTo>
                  <a:lnTo>
                    <a:pt x="207559" y="107981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16" name="Rounded Rectangle 17">
              <a:extLst>
                <a:ext uri="{FF2B5EF4-FFF2-40B4-BE49-F238E27FC236}">
                  <a16:creationId xmlns:a16="http://schemas.microsoft.com/office/drawing/2014/main" id="{F1446E95-14D6-9C54-C4CC-8A9AF73D191D}"/>
                </a:ext>
              </a:extLst>
            </p:cNvPr>
            <p:cNvSpPr/>
            <p:nvPr/>
          </p:nvSpPr>
          <p:spPr>
            <a:xfrm>
              <a:off x="4927092" y="4788985"/>
              <a:ext cx="279838" cy="283509"/>
            </a:xfrm>
            <a:custGeom>
              <a:avLst/>
              <a:gdLst/>
              <a:ahLst/>
              <a:cxnLst/>
              <a:rect l="0" t="0" r="0" b="0"/>
              <a:pathLst>
                <a:path w="279838" h="283509">
                  <a:moveTo>
                    <a:pt x="134162" y="265457"/>
                  </a:moveTo>
                  <a:lnTo>
                    <a:pt x="53981" y="229096"/>
                  </a:lnTo>
                  <a:lnTo>
                    <a:pt x="53981" y="282355"/>
                  </a:lnTo>
                  <a:lnTo>
                    <a:pt x="134395" y="282355"/>
                  </a:lnTo>
                  <a:lnTo>
                    <a:pt x="134395" y="265457"/>
                  </a:lnTo>
                  <a:moveTo>
                    <a:pt x="264222" y="221288"/>
                  </a:moveTo>
                  <a:cubicBezTo>
                    <a:pt x="255714" y="216650"/>
                    <a:pt x="246828" y="212751"/>
                    <a:pt x="237650" y="209634"/>
                  </a:cubicBezTo>
                  <a:lnTo>
                    <a:pt x="237650" y="282355"/>
                  </a:lnTo>
                  <a:lnTo>
                    <a:pt x="265387" y="282355"/>
                  </a:lnTo>
                  <a:cubicBezTo>
                    <a:pt x="272945" y="282752"/>
                    <a:pt x="279401" y="276971"/>
                    <a:pt x="279838" y="269419"/>
                  </a:cubicBezTo>
                  <a:lnTo>
                    <a:pt x="279838" y="246810"/>
                  </a:lnTo>
                  <a:cubicBezTo>
                    <a:pt x="279757" y="236065"/>
                    <a:pt x="273749" y="226247"/>
                    <a:pt x="264222" y="221288"/>
                  </a:cubicBezTo>
                  <a:moveTo>
                    <a:pt x="42327" y="209051"/>
                  </a:moveTo>
                  <a:cubicBezTo>
                    <a:pt x="33161" y="212186"/>
                    <a:pt x="24275" y="216084"/>
                    <a:pt x="15756" y="220705"/>
                  </a:cubicBezTo>
                  <a:cubicBezTo>
                    <a:pt x="6042" y="225763"/>
                    <a:pt x="0" y="235861"/>
                    <a:pt x="139" y="246810"/>
                  </a:cubicBezTo>
                  <a:lnTo>
                    <a:pt x="139" y="270119"/>
                  </a:lnTo>
                  <a:cubicBezTo>
                    <a:pt x="291" y="273807"/>
                    <a:pt x="1917" y="277286"/>
                    <a:pt x="4655" y="279762"/>
                  </a:cubicBezTo>
                  <a:cubicBezTo>
                    <a:pt x="7400" y="282239"/>
                    <a:pt x="11018" y="283509"/>
                    <a:pt x="14707" y="283288"/>
                  </a:cubicBezTo>
                  <a:lnTo>
                    <a:pt x="42444" y="283288"/>
                  </a:lnTo>
                  <a:lnTo>
                    <a:pt x="42444" y="209051"/>
                  </a:lnTo>
                  <a:moveTo>
                    <a:pt x="225996" y="229096"/>
                  </a:moveTo>
                  <a:lnTo>
                    <a:pt x="145816" y="265457"/>
                  </a:lnTo>
                  <a:lnTo>
                    <a:pt x="145816" y="282355"/>
                  </a:lnTo>
                  <a:lnTo>
                    <a:pt x="226229" y="282355"/>
                  </a:lnTo>
                  <a:lnTo>
                    <a:pt x="226229" y="229096"/>
                  </a:lnTo>
                  <a:moveTo>
                    <a:pt x="58410" y="218491"/>
                  </a:moveTo>
                  <a:cubicBezTo>
                    <a:pt x="82144" y="212419"/>
                    <a:pt x="106518" y="209249"/>
                    <a:pt x="131015" y="209051"/>
                  </a:cubicBezTo>
                  <a:lnTo>
                    <a:pt x="111436" y="242382"/>
                  </a:lnTo>
                  <a:lnTo>
                    <a:pt x="139989" y="255318"/>
                  </a:lnTo>
                  <a:lnTo>
                    <a:pt x="168541" y="242382"/>
                  </a:lnTo>
                  <a:lnTo>
                    <a:pt x="148496" y="209051"/>
                  </a:lnTo>
                  <a:cubicBezTo>
                    <a:pt x="172993" y="209249"/>
                    <a:pt x="197368" y="212419"/>
                    <a:pt x="221101" y="218491"/>
                  </a:cubicBezTo>
                  <a:lnTo>
                    <a:pt x="225996" y="216277"/>
                  </a:lnTo>
                  <a:lnTo>
                    <a:pt x="225996" y="205205"/>
                  </a:lnTo>
                  <a:cubicBezTo>
                    <a:pt x="197991" y="197490"/>
                    <a:pt x="169031" y="193802"/>
                    <a:pt x="139989" y="194250"/>
                  </a:cubicBezTo>
                  <a:cubicBezTo>
                    <a:pt x="110947" y="193802"/>
                    <a:pt x="81986" y="197490"/>
                    <a:pt x="53981" y="205205"/>
                  </a:cubicBezTo>
                  <a:lnTo>
                    <a:pt x="53981" y="216277"/>
                  </a:lnTo>
                  <a:lnTo>
                    <a:pt x="58410" y="218491"/>
                  </a:lnTo>
                  <a:moveTo>
                    <a:pt x="261425" y="166863"/>
                  </a:moveTo>
                  <a:cubicBezTo>
                    <a:pt x="261361" y="156299"/>
                    <a:pt x="255370" y="146661"/>
                    <a:pt x="245925" y="141923"/>
                  </a:cubicBezTo>
                  <a:cubicBezTo>
                    <a:pt x="256751" y="136632"/>
                    <a:pt x="262946" y="124972"/>
                    <a:pt x="261273" y="113039"/>
                  </a:cubicBezTo>
                  <a:cubicBezTo>
                    <a:pt x="259607" y="101105"/>
                    <a:pt x="250446" y="91595"/>
                    <a:pt x="238583" y="89480"/>
                  </a:cubicBezTo>
                  <a:lnTo>
                    <a:pt x="238583" y="88664"/>
                  </a:lnTo>
                  <a:cubicBezTo>
                    <a:pt x="232855" y="38114"/>
                    <a:pt x="189973" y="0"/>
                    <a:pt x="139103" y="238"/>
                  </a:cubicBezTo>
                  <a:cubicBezTo>
                    <a:pt x="88233" y="477"/>
                    <a:pt x="45713" y="39000"/>
                    <a:pt x="40463" y="89596"/>
                  </a:cubicBezTo>
                  <a:cubicBezTo>
                    <a:pt x="28908" y="92172"/>
                    <a:pt x="20219" y="101746"/>
                    <a:pt x="18780" y="113499"/>
                  </a:cubicBezTo>
                  <a:cubicBezTo>
                    <a:pt x="17341" y="125252"/>
                    <a:pt x="23459" y="136638"/>
                    <a:pt x="34053" y="141923"/>
                  </a:cubicBezTo>
                  <a:cubicBezTo>
                    <a:pt x="21746" y="148123"/>
                    <a:pt x="15791" y="162365"/>
                    <a:pt x="20015" y="175476"/>
                  </a:cubicBezTo>
                  <a:cubicBezTo>
                    <a:pt x="24240" y="188592"/>
                    <a:pt x="37386" y="196674"/>
                    <a:pt x="50998" y="194530"/>
                  </a:cubicBezTo>
                  <a:cubicBezTo>
                    <a:pt x="64610" y="192380"/>
                    <a:pt x="74627" y="180644"/>
                    <a:pt x="74609" y="166863"/>
                  </a:cubicBezTo>
                  <a:lnTo>
                    <a:pt x="74609" y="139359"/>
                  </a:lnTo>
                  <a:cubicBezTo>
                    <a:pt x="87440" y="163559"/>
                    <a:pt x="112596" y="178692"/>
                    <a:pt x="139989" y="178692"/>
                  </a:cubicBezTo>
                  <a:cubicBezTo>
                    <a:pt x="167382" y="178692"/>
                    <a:pt x="192537" y="163559"/>
                    <a:pt x="205368" y="139359"/>
                  </a:cubicBezTo>
                  <a:lnTo>
                    <a:pt x="205368" y="166863"/>
                  </a:lnTo>
                  <a:cubicBezTo>
                    <a:pt x="206324" y="181641"/>
                    <a:pt x="218584" y="193143"/>
                    <a:pt x="233397" y="193143"/>
                  </a:cubicBezTo>
                  <a:cubicBezTo>
                    <a:pt x="248209" y="193143"/>
                    <a:pt x="260469" y="181641"/>
                    <a:pt x="261425" y="166863"/>
                  </a:cubicBezTo>
                  <a:moveTo>
                    <a:pt x="139989" y="161153"/>
                  </a:moveTo>
                  <a:cubicBezTo>
                    <a:pt x="108709" y="161153"/>
                    <a:pt x="83350" y="135793"/>
                    <a:pt x="83350" y="104514"/>
                  </a:cubicBezTo>
                  <a:cubicBezTo>
                    <a:pt x="83350" y="73234"/>
                    <a:pt x="108709" y="47875"/>
                    <a:pt x="139989" y="47875"/>
                  </a:cubicBezTo>
                  <a:cubicBezTo>
                    <a:pt x="171268" y="47875"/>
                    <a:pt x="196628" y="73234"/>
                    <a:pt x="196628" y="104514"/>
                  </a:cubicBezTo>
                  <a:cubicBezTo>
                    <a:pt x="196564" y="135770"/>
                    <a:pt x="171245" y="161089"/>
                    <a:pt x="139989" y="161153"/>
                  </a:cubicBezTo>
                  <a:moveTo>
                    <a:pt x="163297" y="82954"/>
                  </a:moveTo>
                  <a:cubicBezTo>
                    <a:pt x="156858" y="82954"/>
                    <a:pt x="151643" y="88169"/>
                    <a:pt x="151643" y="94608"/>
                  </a:cubicBezTo>
                  <a:cubicBezTo>
                    <a:pt x="151643" y="101047"/>
                    <a:pt x="156858" y="106262"/>
                    <a:pt x="163297" y="106262"/>
                  </a:cubicBezTo>
                  <a:cubicBezTo>
                    <a:pt x="169736" y="106262"/>
                    <a:pt x="174951" y="101047"/>
                    <a:pt x="174951" y="94608"/>
                  </a:cubicBezTo>
                  <a:cubicBezTo>
                    <a:pt x="174951" y="88169"/>
                    <a:pt x="169736" y="82954"/>
                    <a:pt x="163297" y="82954"/>
                  </a:cubicBezTo>
                  <a:moveTo>
                    <a:pt x="128335" y="95307"/>
                  </a:moveTo>
                  <a:cubicBezTo>
                    <a:pt x="128335" y="88868"/>
                    <a:pt x="123119" y="83653"/>
                    <a:pt x="116681" y="83653"/>
                  </a:cubicBezTo>
                  <a:cubicBezTo>
                    <a:pt x="110242" y="83653"/>
                    <a:pt x="105026" y="88868"/>
                    <a:pt x="105026" y="95307"/>
                  </a:cubicBezTo>
                  <a:cubicBezTo>
                    <a:pt x="105026" y="101746"/>
                    <a:pt x="110242" y="106961"/>
                    <a:pt x="116681" y="106961"/>
                  </a:cubicBezTo>
                  <a:cubicBezTo>
                    <a:pt x="123119" y="106961"/>
                    <a:pt x="128335" y="101746"/>
                    <a:pt x="128335" y="95307"/>
                  </a:cubicBezTo>
                  <a:moveTo>
                    <a:pt x="152692" y="119664"/>
                  </a:moveTo>
                  <a:lnTo>
                    <a:pt x="129384" y="119664"/>
                  </a:lnTo>
                  <a:cubicBezTo>
                    <a:pt x="125905" y="119623"/>
                    <a:pt x="122857" y="121989"/>
                    <a:pt x="122041" y="125374"/>
                  </a:cubicBezTo>
                  <a:cubicBezTo>
                    <a:pt x="121237" y="128725"/>
                    <a:pt x="122764" y="132204"/>
                    <a:pt x="125771" y="133882"/>
                  </a:cubicBezTo>
                  <a:cubicBezTo>
                    <a:pt x="127408" y="134739"/>
                    <a:pt x="129127" y="135444"/>
                    <a:pt x="130899" y="135980"/>
                  </a:cubicBezTo>
                  <a:cubicBezTo>
                    <a:pt x="137600" y="137903"/>
                    <a:pt x="144709" y="137903"/>
                    <a:pt x="151410" y="135980"/>
                  </a:cubicBezTo>
                  <a:cubicBezTo>
                    <a:pt x="153193" y="135432"/>
                    <a:pt x="154918" y="134692"/>
                    <a:pt x="156538" y="133765"/>
                  </a:cubicBezTo>
                  <a:cubicBezTo>
                    <a:pt x="159649" y="132181"/>
                    <a:pt x="161246" y="128649"/>
                    <a:pt x="160378" y="125270"/>
                  </a:cubicBezTo>
                  <a:cubicBezTo>
                    <a:pt x="159509" y="121884"/>
                    <a:pt x="156415" y="119559"/>
                    <a:pt x="152925" y="119664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17" name="Rounded Rectangle 18">
              <a:extLst>
                <a:ext uri="{FF2B5EF4-FFF2-40B4-BE49-F238E27FC236}">
                  <a16:creationId xmlns:a16="http://schemas.microsoft.com/office/drawing/2014/main" id="{82E3BD09-5623-E63E-3ABC-922DE558BE93}"/>
                </a:ext>
              </a:extLst>
            </p:cNvPr>
            <p:cNvSpPr/>
            <p:nvPr/>
          </p:nvSpPr>
          <p:spPr>
            <a:xfrm>
              <a:off x="4925815" y="2413620"/>
              <a:ext cx="282693" cy="279698"/>
            </a:xfrm>
            <a:custGeom>
              <a:avLst/>
              <a:gdLst/>
              <a:ahLst/>
              <a:cxnLst/>
              <a:rect l="0" t="0" r="0" b="0"/>
              <a:pathLst>
                <a:path w="282693" h="279698">
                  <a:moveTo>
                    <a:pt x="103389" y="84492"/>
                  </a:moveTo>
                  <a:cubicBezTo>
                    <a:pt x="104997" y="84492"/>
                    <a:pt x="106303" y="85797"/>
                    <a:pt x="106303" y="87405"/>
                  </a:cubicBezTo>
                  <a:lnTo>
                    <a:pt x="106303" y="107800"/>
                  </a:lnTo>
                  <a:cubicBezTo>
                    <a:pt x="106303" y="111017"/>
                    <a:pt x="108913" y="113627"/>
                    <a:pt x="112130" y="113627"/>
                  </a:cubicBezTo>
                  <a:lnTo>
                    <a:pt x="170400" y="113627"/>
                  </a:lnTo>
                  <a:cubicBezTo>
                    <a:pt x="173617" y="113627"/>
                    <a:pt x="176227" y="111017"/>
                    <a:pt x="176227" y="107800"/>
                  </a:cubicBezTo>
                  <a:lnTo>
                    <a:pt x="176227" y="87405"/>
                  </a:lnTo>
                  <a:cubicBezTo>
                    <a:pt x="176227" y="85797"/>
                    <a:pt x="177533" y="84492"/>
                    <a:pt x="179141" y="84492"/>
                  </a:cubicBezTo>
                  <a:cubicBezTo>
                    <a:pt x="183966" y="84492"/>
                    <a:pt x="187881" y="80576"/>
                    <a:pt x="187881" y="75751"/>
                  </a:cubicBezTo>
                  <a:cubicBezTo>
                    <a:pt x="187881" y="70926"/>
                    <a:pt x="183966" y="67011"/>
                    <a:pt x="179141" y="67011"/>
                  </a:cubicBezTo>
                  <a:lnTo>
                    <a:pt x="103389" y="67011"/>
                  </a:lnTo>
                  <a:cubicBezTo>
                    <a:pt x="98564" y="67011"/>
                    <a:pt x="94648" y="70926"/>
                    <a:pt x="94648" y="75751"/>
                  </a:cubicBezTo>
                  <a:cubicBezTo>
                    <a:pt x="94648" y="80576"/>
                    <a:pt x="98564" y="84492"/>
                    <a:pt x="103389" y="84492"/>
                  </a:cubicBezTo>
                  <a:moveTo>
                    <a:pt x="112712" y="49530"/>
                  </a:moveTo>
                  <a:lnTo>
                    <a:pt x="169817" y="49530"/>
                  </a:lnTo>
                  <a:cubicBezTo>
                    <a:pt x="171560" y="49500"/>
                    <a:pt x="173209" y="48743"/>
                    <a:pt x="174363" y="47432"/>
                  </a:cubicBezTo>
                  <a:cubicBezTo>
                    <a:pt x="175429" y="46039"/>
                    <a:pt x="175854" y="44262"/>
                    <a:pt x="175528" y="42537"/>
                  </a:cubicBezTo>
                  <a:cubicBezTo>
                    <a:pt x="172935" y="29927"/>
                    <a:pt x="163623" y="19765"/>
                    <a:pt x="151287" y="16082"/>
                  </a:cubicBezTo>
                  <a:cubicBezTo>
                    <a:pt x="148823" y="15325"/>
                    <a:pt x="147127" y="13064"/>
                    <a:pt x="147092" y="10488"/>
                  </a:cubicBezTo>
                  <a:lnTo>
                    <a:pt x="147092" y="5827"/>
                  </a:lnTo>
                  <a:cubicBezTo>
                    <a:pt x="147092" y="2610"/>
                    <a:pt x="144481" y="0"/>
                    <a:pt x="141265" y="0"/>
                  </a:cubicBezTo>
                  <a:cubicBezTo>
                    <a:pt x="138048" y="0"/>
                    <a:pt x="135438" y="2610"/>
                    <a:pt x="135438" y="5827"/>
                  </a:cubicBezTo>
                  <a:lnTo>
                    <a:pt x="135438" y="10488"/>
                  </a:lnTo>
                  <a:cubicBezTo>
                    <a:pt x="135438" y="13075"/>
                    <a:pt x="133730" y="15360"/>
                    <a:pt x="131242" y="16082"/>
                  </a:cubicBezTo>
                  <a:cubicBezTo>
                    <a:pt x="118906" y="19765"/>
                    <a:pt x="109595" y="29927"/>
                    <a:pt x="107002" y="42537"/>
                  </a:cubicBezTo>
                  <a:cubicBezTo>
                    <a:pt x="106675" y="44262"/>
                    <a:pt x="107101" y="46039"/>
                    <a:pt x="108167" y="47432"/>
                  </a:cubicBezTo>
                  <a:cubicBezTo>
                    <a:pt x="109321" y="48743"/>
                    <a:pt x="110970" y="49500"/>
                    <a:pt x="112712" y="49530"/>
                  </a:cubicBezTo>
                  <a:moveTo>
                    <a:pt x="10506" y="60951"/>
                  </a:moveTo>
                  <a:lnTo>
                    <a:pt x="62949" y="72605"/>
                  </a:lnTo>
                  <a:cubicBezTo>
                    <a:pt x="69388" y="74021"/>
                    <a:pt x="75751" y="69953"/>
                    <a:pt x="77167" y="63514"/>
                  </a:cubicBezTo>
                  <a:cubicBezTo>
                    <a:pt x="78583" y="57076"/>
                    <a:pt x="74516" y="50712"/>
                    <a:pt x="68077" y="49296"/>
                  </a:cubicBezTo>
                  <a:lnTo>
                    <a:pt x="15633" y="37642"/>
                  </a:lnTo>
                  <a:cubicBezTo>
                    <a:pt x="9200" y="36226"/>
                    <a:pt x="2831" y="40299"/>
                    <a:pt x="1415" y="46733"/>
                  </a:cubicBezTo>
                  <a:cubicBezTo>
                    <a:pt x="0" y="53171"/>
                    <a:pt x="4073" y="59535"/>
                    <a:pt x="10506" y="60951"/>
                  </a:cubicBezTo>
                  <a:moveTo>
                    <a:pt x="76701" y="101740"/>
                  </a:moveTo>
                  <a:cubicBezTo>
                    <a:pt x="75961" y="98692"/>
                    <a:pt x="74021" y="96070"/>
                    <a:pt x="71323" y="94468"/>
                  </a:cubicBezTo>
                  <a:cubicBezTo>
                    <a:pt x="68625" y="92865"/>
                    <a:pt x="65397" y="92422"/>
                    <a:pt x="62367" y="93232"/>
                  </a:cubicBezTo>
                  <a:lnTo>
                    <a:pt x="9923" y="108266"/>
                  </a:lnTo>
                  <a:cubicBezTo>
                    <a:pt x="4189" y="110347"/>
                    <a:pt x="1031" y="116500"/>
                    <a:pt x="2680" y="122374"/>
                  </a:cubicBezTo>
                  <a:cubicBezTo>
                    <a:pt x="4335" y="128247"/>
                    <a:pt x="10238" y="131854"/>
                    <a:pt x="16216" y="130642"/>
                  </a:cubicBezTo>
                  <a:lnTo>
                    <a:pt x="68660" y="116541"/>
                  </a:lnTo>
                  <a:cubicBezTo>
                    <a:pt x="71731" y="115707"/>
                    <a:pt x="74324" y="113650"/>
                    <a:pt x="75844" y="110859"/>
                  </a:cubicBezTo>
                  <a:cubicBezTo>
                    <a:pt x="77360" y="108062"/>
                    <a:pt x="77674" y="104770"/>
                    <a:pt x="76701" y="101740"/>
                  </a:cubicBezTo>
                  <a:moveTo>
                    <a:pt x="220163" y="75285"/>
                  </a:moveTo>
                  <a:lnTo>
                    <a:pt x="272607" y="60717"/>
                  </a:lnTo>
                  <a:cubicBezTo>
                    <a:pt x="276890" y="59849"/>
                    <a:pt x="280328" y="56656"/>
                    <a:pt x="281511" y="52449"/>
                  </a:cubicBezTo>
                  <a:cubicBezTo>
                    <a:pt x="282693" y="48242"/>
                    <a:pt x="281423" y="43726"/>
                    <a:pt x="278224" y="40754"/>
                  </a:cubicBezTo>
                  <a:cubicBezTo>
                    <a:pt x="275019" y="37782"/>
                    <a:pt x="270422" y="36850"/>
                    <a:pt x="266314" y="38342"/>
                  </a:cubicBezTo>
                  <a:lnTo>
                    <a:pt x="213870" y="52909"/>
                  </a:lnTo>
                  <a:cubicBezTo>
                    <a:pt x="208136" y="54989"/>
                    <a:pt x="204978" y="61143"/>
                    <a:pt x="206627" y="67017"/>
                  </a:cubicBezTo>
                  <a:cubicBezTo>
                    <a:pt x="208282" y="72890"/>
                    <a:pt x="214185" y="76497"/>
                    <a:pt x="220163" y="75285"/>
                  </a:cubicBezTo>
                  <a:moveTo>
                    <a:pt x="272607" y="108266"/>
                  </a:moveTo>
                  <a:lnTo>
                    <a:pt x="220163" y="93232"/>
                  </a:lnTo>
                  <a:cubicBezTo>
                    <a:pt x="213724" y="91496"/>
                    <a:pt x="207099" y="95301"/>
                    <a:pt x="205363" y="101740"/>
                  </a:cubicBezTo>
                  <a:cubicBezTo>
                    <a:pt x="203620" y="108179"/>
                    <a:pt x="207431" y="114804"/>
                    <a:pt x="213870" y="116541"/>
                  </a:cubicBezTo>
                  <a:lnTo>
                    <a:pt x="266314" y="131108"/>
                  </a:lnTo>
                  <a:cubicBezTo>
                    <a:pt x="272292" y="132320"/>
                    <a:pt x="278195" y="128713"/>
                    <a:pt x="279850" y="122840"/>
                  </a:cubicBezTo>
                  <a:cubicBezTo>
                    <a:pt x="281499" y="116966"/>
                    <a:pt x="278341" y="110813"/>
                    <a:pt x="272607" y="108732"/>
                  </a:cubicBezTo>
                  <a:lnTo>
                    <a:pt x="272607" y="108266"/>
                  </a:lnTo>
                  <a:moveTo>
                    <a:pt x="214103" y="256390"/>
                  </a:moveTo>
                  <a:lnTo>
                    <a:pt x="204081" y="256390"/>
                  </a:lnTo>
                  <a:cubicBezTo>
                    <a:pt x="200800" y="256343"/>
                    <a:pt x="198085" y="253832"/>
                    <a:pt x="197787" y="250563"/>
                  </a:cubicBezTo>
                  <a:lnTo>
                    <a:pt x="189047" y="150454"/>
                  </a:lnTo>
                  <a:cubicBezTo>
                    <a:pt x="189012" y="149971"/>
                    <a:pt x="189187" y="149493"/>
                    <a:pt x="189513" y="149143"/>
                  </a:cubicBezTo>
                  <a:cubicBezTo>
                    <a:pt x="189845" y="148788"/>
                    <a:pt x="190311" y="148590"/>
                    <a:pt x="190795" y="148590"/>
                  </a:cubicBezTo>
                  <a:cubicBezTo>
                    <a:pt x="195620" y="148590"/>
                    <a:pt x="199535" y="144674"/>
                    <a:pt x="199535" y="139849"/>
                  </a:cubicBezTo>
                  <a:cubicBezTo>
                    <a:pt x="199535" y="135024"/>
                    <a:pt x="195620" y="131108"/>
                    <a:pt x="190795" y="131108"/>
                  </a:cubicBezTo>
                  <a:lnTo>
                    <a:pt x="91735" y="131108"/>
                  </a:lnTo>
                  <a:cubicBezTo>
                    <a:pt x="86910" y="131108"/>
                    <a:pt x="82994" y="135024"/>
                    <a:pt x="82994" y="139849"/>
                  </a:cubicBezTo>
                  <a:cubicBezTo>
                    <a:pt x="82994" y="144674"/>
                    <a:pt x="86910" y="148590"/>
                    <a:pt x="91735" y="148590"/>
                  </a:cubicBezTo>
                  <a:cubicBezTo>
                    <a:pt x="92230" y="148549"/>
                    <a:pt x="92720" y="148735"/>
                    <a:pt x="93058" y="149102"/>
                  </a:cubicBezTo>
                  <a:cubicBezTo>
                    <a:pt x="93401" y="149464"/>
                    <a:pt x="93553" y="149959"/>
                    <a:pt x="93483" y="150454"/>
                  </a:cubicBezTo>
                  <a:lnTo>
                    <a:pt x="84742" y="250563"/>
                  </a:lnTo>
                  <a:cubicBezTo>
                    <a:pt x="84445" y="253832"/>
                    <a:pt x="81730" y="256343"/>
                    <a:pt x="78449" y="256390"/>
                  </a:cubicBezTo>
                  <a:lnTo>
                    <a:pt x="68427" y="256390"/>
                  </a:lnTo>
                  <a:cubicBezTo>
                    <a:pt x="61988" y="256390"/>
                    <a:pt x="56773" y="261605"/>
                    <a:pt x="56773" y="268044"/>
                  </a:cubicBezTo>
                  <a:cubicBezTo>
                    <a:pt x="56773" y="274483"/>
                    <a:pt x="61988" y="279698"/>
                    <a:pt x="68427" y="279698"/>
                  </a:cubicBezTo>
                  <a:lnTo>
                    <a:pt x="112130" y="279698"/>
                  </a:lnTo>
                  <a:cubicBezTo>
                    <a:pt x="115346" y="279698"/>
                    <a:pt x="117957" y="277088"/>
                    <a:pt x="117957" y="273871"/>
                  </a:cubicBezTo>
                  <a:lnTo>
                    <a:pt x="117957" y="247650"/>
                  </a:lnTo>
                  <a:cubicBezTo>
                    <a:pt x="117957" y="234778"/>
                    <a:pt x="128393" y="224341"/>
                    <a:pt x="141265" y="224341"/>
                  </a:cubicBezTo>
                  <a:cubicBezTo>
                    <a:pt x="154137" y="224341"/>
                    <a:pt x="164573" y="234778"/>
                    <a:pt x="164573" y="247650"/>
                  </a:cubicBezTo>
                  <a:lnTo>
                    <a:pt x="164573" y="273871"/>
                  </a:lnTo>
                  <a:cubicBezTo>
                    <a:pt x="164573" y="277088"/>
                    <a:pt x="167184" y="279698"/>
                    <a:pt x="170400" y="279698"/>
                  </a:cubicBezTo>
                  <a:lnTo>
                    <a:pt x="214103" y="279698"/>
                  </a:lnTo>
                  <a:cubicBezTo>
                    <a:pt x="220542" y="279698"/>
                    <a:pt x="225757" y="274483"/>
                    <a:pt x="225757" y="268044"/>
                  </a:cubicBezTo>
                  <a:cubicBezTo>
                    <a:pt x="225757" y="261605"/>
                    <a:pt x="220542" y="256390"/>
                    <a:pt x="214103" y="256390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18" name="Rounded Rectangle 19">
              <a:extLst>
                <a:ext uri="{FF2B5EF4-FFF2-40B4-BE49-F238E27FC236}">
                  <a16:creationId xmlns:a16="http://schemas.microsoft.com/office/drawing/2014/main" id="{06753030-E3F5-D10B-21A4-1CD6D1F46A66}"/>
                </a:ext>
              </a:extLst>
            </p:cNvPr>
            <p:cNvSpPr/>
            <p:nvPr/>
          </p:nvSpPr>
          <p:spPr>
            <a:xfrm>
              <a:off x="3948286" y="3992274"/>
              <a:ext cx="277472" cy="280922"/>
            </a:xfrm>
            <a:custGeom>
              <a:avLst/>
              <a:gdLst/>
              <a:ahLst/>
              <a:cxnLst/>
              <a:rect l="0" t="0" r="0" b="0"/>
              <a:pathLst>
                <a:path w="277472" h="280922">
                  <a:moveTo>
                    <a:pt x="139849" y="68229"/>
                  </a:moveTo>
                  <a:lnTo>
                    <a:pt x="139849" y="21682"/>
                  </a:lnTo>
                  <a:cubicBezTo>
                    <a:pt x="146299" y="23966"/>
                    <a:pt x="152237" y="27492"/>
                    <a:pt x="157330" y="32054"/>
                  </a:cubicBezTo>
                  <a:lnTo>
                    <a:pt x="157330" y="68229"/>
                  </a:lnTo>
                  <a:lnTo>
                    <a:pt x="139849" y="68229"/>
                  </a:lnTo>
                  <a:moveTo>
                    <a:pt x="104887" y="68229"/>
                  </a:moveTo>
                  <a:lnTo>
                    <a:pt x="87405" y="68229"/>
                  </a:lnTo>
                  <a:lnTo>
                    <a:pt x="87405" y="32054"/>
                  </a:lnTo>
                  <a:cubicBezTo>
                    <a:pt x="92498" y="27492"/>
                    <a:pt x="98436" y="23966"/>
                    <a:pt x="104887" y="21682"/>
                  </a:cubicBezTo>
                  <a:lnTo>
                    <a:pt x="104887" y="68229"/>
                  </a:lnTo>
                  <a:moveTo>
                    <a:pt x="52501" y="68229"/>
                  </a:moveTo>
                  <a:lnTo>
                    <a:pt x="43702" y="68229"/>
                  </a:lnTo>
                  <a:cubicBezTo>
                    <a:pt x="38878" y="68229"/>
                    <a:pt x="34962" y="72144"/>
                    <a:pt x="34962" y="76969"/>
                  </a:cubicBezTo>
                  <a:cubicBezTo>
                    <a:pt x="34962" y="81794"/>
                    <a:pt x="38878" y="85710"/>
                    <a:pt x="43702" y="85710"/>
                  </a:cubicBezTo>
                  <a:lnTo>
                    <a:pt x="53958" y="85710"/>
                  </a:lnTo>
                  <a:cubicBezTo>
                    <a:pt x="61079" y="119035"/>
                    <a:pt x="91175" y="142384"/>
                    <a:pt x="125223" y="140985"/>
                  </a:cubicBezTo>
                  <a:cubicBezTo>
                    <a:pt x="159270" y="139593"/>
                    <a:pt x="187363" y="113866"/>
                    <a:pt x="191733" y="80069"/>
                  </a:cubicBezTo>
                  <a:cubicBezTo>
                    <a:pt x="192292" y="78601"/>
                    <a:pt x="192438" y="77004"/>
                    <a:pt x="192164" y="75454"/>
                  </a:cubicBezTo>
                  <a:cubicBezTo>
                    <a:pt x="194169" y="36885"/>
                    <a:pt x="164521" y="3991"/>
                    <a:pt x="125946" y="1998"/>
                  </a:cubicBezTo>
                  <a:cubicBezTo>
                    <a:pt x="87376" y="0"/>
                    <a:pt x="54488" y="29653"/>
                    <a:pt x="52501" y="68229"/>
                  </a:cubicBezTo>
                  <a:moveTo>
                    <a:pt x="172772" y="85710"/>
                  </a:moveTo>
                  <a:cubicBezTo>
                    <a:pt x="166286" y="108156"/>
                    <a:pt x="145734" y="123609"/>
                    <a:pt x="122368" y="123609"/>
                  </a:cubicBezTo>
                  <a:cubicBezTo>
                    <a:pt x="99001" y="123609"/>
                    <a:pt x="78449" y="108156"/>
                    <a:pt x="71964" y="85710"/>
                  </a:cubicBezTo>
                  <a:lnTo>
                    <a:pt x="172772" y="85710"/>
                  </a:lnTo>
                  <a:moveTo>
                    <a:pt x="229994" y="112246"/>
                  </a:moveTo>
                  <a:cubicBezTo>
                    <a:pt x="229994" y="117071"/>
                    <a:pt x="233909" y="120987"/>
                    <a:pt x="238734" y="120987"/>
                  </a:cubicBezTo>
                  <a:cubicBezTo>
                    <a:pt x="243559" y="120987"/>
                    <a:pt x="247475" y="117071"/>
                    <a:pt x="247475" y="112246"/>
                  </a:cubicBezTo>
                  <a:lnTo>
                    <a:pt x="247475" y="76340"/>
                  </a:lnTo>
                  <a:cubicBezTo>
                    <a:pt x="262089" y="79923"/>
                    <a:pt x="273067" y="92032"/>
                    <a:pt x="275206" y="106926"/>
                  </a:cubicBezTo>
                  <a:cubicBezTo>
                    <a:pt x="277344" y="121826"/>
                    <a:pt x="270224" y="136527"/>
                    <a:pt x="257206" y="144085"/>
                  </a:cubicBezTo>
                  <a:lnTo>
                    <a:pt x="257206" y="209779"/>
                  </a:lnTo>
                  <a:cubicBezTo>
                    <a:pt x="270299" y="217331"/>
                    <a:pt x="277472" y="232091"/>
                    <a:pt x="275328" y="247049"/>
                  </a:cubicBezTo>
                  <a:cubicBezTo>
                    <a:pt x="273184" y="262007"/>
                    <a:pt x="262147" y="274157"/>
                    <a:pt x="247463" y="277723"/>
                  </a:cubicBezTo>
                  <a:lnTo>
                    <a:pt x="247463" y="241618"/>
                  </a:lnTo>
                  <a:cubicBezTo>
                    <a:pt x="247463" y="236794"/>
                    <a:pt x="243547" y="232878"/>
                    <a:pt x="238722" y="232878"/>
                  </a:cubicBezTo>
                  <a:cubicBezTo>
                    <a:pt x="233898" y="232878"/>
                    <a:pt x="229982" y="236794"/>
                    <a:pt x="229982" y="241618"/>
                  </a:cubicBezTo>
                  <a:lnTo>
                    <a:pt x="229982" y="277711"/>
                  </a:lnTo>
                  <a:cubicBezTo>
                    <a:pt x="215286" y="274157"/>
                    <a:pt x="204238" y="262013"/>
                    <a:pt x="202094" y="247049"/>
                  </a:cubicBezTo>
                  <a:cubicBezTo>
                    <a:pt x="199943" y="232080"/>
                    <a:pt x="207134" y="217320"/>
                    <a:pt x="220239" y="209779"/>
                  </a:cubicBezTo>
                  <a:lnTo>
                    <a:pt x="220239" y="144097"/>
                  </a:lnTo>
                  <a:cubicBezTo>
                    <a:pt x="208806" y="137547"/>
                    <a:pt x="201750" y="125386"/>
                    <a:pt x="201732" y="112211"/>
                  </a:cubicBezTo>
                  <a:cubicBezTo>
                    <a:pt x="201709" y="99036"/>
                    <a:pt x="208736" y="86852"/>
                    <a:pt x="220146" y="80267"/>
                  </a:cubicBezTo>
                  <a:cubicBezTo>
                    <a:pt x="223217" y="78490"/>
                    <a:pt x="226532" y="77156"/>
                    <a:pt x="229982" y="76316"/>
                  </a:cubicBezTo>
                  <a:lnTo>
                    <a:pt x="229982" y="112258"/>
                  </a:lnTo>
                  <a:moveTo>
                    <a:pt x="202758" y="179922"/>
                  </a:moveTo>
                  <a:lnTo>
                    <a:pt x="202758" y="200922"/>
                  </a:lnTo>
                  <a:cubicBezTo>
                    <a:pt x="191803" y="210560"/>
                    <a:pt x="185178" y="224190"/>
                    <a:pt x="184362" y="238757"/>
                  </a:cubicBezTo>
                  <a:cubicBezTo>
                    <a:pt x="183546" y="253325"/>
                    <a:pt x="188610" y="267613"/>
                    <a:pt x="198423" y="278411"/>
                  </a:cubicBezTo>
                  <a:cubicBezTo>
                    <a:pt x="196791" y="280019"/>
                    <a:pt x="194588" y="280922"/>
                    <a:pt x="192292" y="280916"/>
                  </a:cubicBezTo>
                  <a:lnTo>
                    <a:pt x="52443" y="280916"/>
                  </a:lnTo>
                  <a:cubicBezTo>
                    <a:pt x="47618" y="280916"/>
                    <a:pt x="43702" y="277000"/>
                    <a:pt x="43702" y="272176"/>
                  </a:cubicBezTo>
                  <a:lnTo>
                    <a:pt x="43702" y="202799"/>
                  </a:lnTo>
                  <a:cubicBezTo>
                    <a:pt x="26804" y="221958"/>
                    <a:pt x="17481" y="246630"/>
                    <a:pt x="17481" y="272176"/>
                  </a:cubicBezTo>
                  <a:cubicBezTo>
                    <a:pt x="17481" y="277000"/>
                    <a:pt x="13565" y="280916"/>
                    <a:pt x="8740" y="280916"/>
                  </a:cubicBezTo>
                  <a:cubicBezTo>
                    <a:pt x="3915" y="280916"/>
                    <a:pt x="0" y="277000"/>
                    <a:pt x="0" y="272176"/>
                  </a:cubicBezTo>
                  <a:cubicBezTo>
                    <a:pt x="0" y="222774"/>
                    <a:pt x="29706" y="178220"/>
                    <a:pt x="75308" y="159224"/>
                  </a:cubicBezTo>
                  <a:cubicBezTo>
                    <a:pt x="118271" y="141317"/>
                    <a:pt x="167667" y="149341"/>
                    <a:pt x="202758" y="179922"/>
                  </a:cubicBezTo>
                  <a:moveTo>
                    <a:pt x="157330" y="176029"/>
                  </a:moveTo>
                  <a:lnTo>
                    <a:pt x="157330" y="173290"/>
                  </a:lnTo>
                  <a:cubicBezTo>
                    <a:pt x="134709" y="165290"/>
                    <a:pt x="110026" y="165290"/>
                    <a:pt x="87405" y="173290"/>
                  </a:cubicBezTo>
                  <a:lnTo>
                    <a:pt x="87405" y="176029"/>
                  </a:lnTo>
                  <a:cubicBezTo>
                    <a:pt x="87405" y="195340"/>
                    <a:pt x="103057" y="210991"/>
                    <a:pt x="122368" y="210991"/>
                  </a:cubicBezTo>
                  <a:cubicBezTo>
                    <a:pt x="141679" y="210991"/>
                    <a:pt x="157330" y="195340"/>
                    <a:pt x="157330" y="176029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19" name="Rounded Rectangle 20">
              <a:extLst>
                <a:ext uri="{FF2B5EF4-FFF2-40B4-BE49-F238E27FC236}">
                  <a16:creationId xmlns:a16="http://schemas.microsoft.com/office/drawing/2014/main" id="{AAA6F361-E9C5-03C0-B9E4-033AFAAF4272}"/>
                </a:ext>
              </a:extLst>
            </p:cNvPr>
            <p:cNvSpPr/>
            <p:nvPr/>
          </p:nvSpPr>
          <p:spPr>
            <a:xfrm>
              <a:off x="3948256" y="1901245"/>
              <a:ext cx="279727" cy="279698"/>
            </a:xfrm>
            <a:custGeom>
              <a:avLst/>
              <a:gdLst/>
              <a:ahLst/>
              <a:cxnLst/>
              <a:rect l="0" t="0" r="0" b="0"/>
              <a:pathLst>
                <a:path w="279727" h="279698">
                  <a:moveTo>
                    <a:pt x="56318" y="60951"/>
                  </a:moveTo>
                  <a:cubicBezTo>
                    <a:pt x="56318" y="48335"/>
                    <a:pt x="66545" y="38103"/>
                    <a:pt x="79160" y="38103"/>
                  </a:cubicBezTo>
                  <a:cubicBezTo>
                    <a:pt x="91776" y="38103"/>
                    <a:pt x="102002" y="48335"/>
                    <a:pt x="102002" y="60951"/>
                  </a:cubicBezTo>
                  <a:cubicBezTo>
                    <a:pt x="102002" y="73566"/>
                    <a:pt x="91776" y="83798"/>
                    <a:pt x="79160" y="83798"/>
                  </a:cubicBezTo>
                  <a:cubicBezTo>
                    <a:pt x="66545" y="83798"/>
                    <a:pt x="56318" y="73566"/>
                    <a:pt x="56318" y="60951"/>
                  </a:cubicBezTo>
                  <a:moveTo>
                    <a:pt x="45596" y="129360"/>
                  </a:moveTo>
                  <a:cubicBezTo>
                    <a:pt x="44093" y="129343"/>
                    <a:pt x="42677" y="128678"/>
                    <a:pt x="41698" y="127542"/>
                  </a:cubicBezTo>
                  <a:cubicBezTo>
                    <a:pt x="40713" y="126406"/>
                    <a:pt x="40270" y="124903"/>
                    <a:pt x="40468" y="123417"/>
                  </a:cubicBezTo>
                  <a:cubicBezTo>
                    <a:pt x="43265" y="104234"/>
                    <a:pt x="59715" y="90004"/>
                    <a:pt x="79102" y="90004"/>
                  </a:cubicBezTo>
                  <a:cubicBezTo>
                    <a:pt x="98488" y="90004"/>
                    <a:pt x="114938" y="104234"/>
                    <a:pt x="117735" y="123417"/>
                  </a:cubicBezTo>
                  <a:cubicBezTo>
                    <a:pt x="117974" y="124891"/>
                    <a:pt x="117555" y="126394"/>
                    <a:pt x="116593" y="127536"/>
                  </a:cubicBezTo>
                  <a:cubicBezTo>
                    <a:pt x="115632" y="128678"/>
                    <a:pt x="114216" y="129343"/>
                    <a:pt x="112724" y="129360"/>
                  </a:cubicBezTo>
                  <a:lnTo>
                    <a:pt x="45596" y="129360"/>
                  </a:lnTo>
                  <a:moveTo>
                    <a:pt x="141743" y="65029"/>
                  </a:moveTo>
                  <a:cubicBezTo>
                    <a:pt x="135304" y="65029"/>
                    <a:pt x="130089" y="59814"/>
                    <a:pt x="130089" y="53375"/>
                  </a:cubicBezTo>
                  <a:cubicBezTo>
                    <a:pt x="130089" y="46936"/>
                    <a:pt x="135304" y="41721"/>
                    <a:pt x="141743" y="41721"/>
                  </a:cubicBezTo>
                  <a:lnTo>
                    <a:pt x="185213" y="41721"/>
                  </a:lnTo>
                  <a:cubicBezTo>
                    <a:pt x="191651" y="41721"/>
                    <a:pt x="196867" y="46936"/>
                    <a:pt x="196867" y="53375"/>
                  </a:cubicBezTo>
                  <a:cubicBezTo>
                    <a:pt x="196867" y="59814"/>
                    <a:pt x="191651" y="65029"/>
                    <a:pt x="185213" y="65029"/>
                  </a:cubicBezTo>
                  <a:lnTo>
                    <a:pt x="141743" y="65029"/>
                  </a:lnTo>
                  <a:moveTo>
                    <a:pt x="185213" y="82394"/>
                  </a:moveTo>
                  <a:cubicBezTo>
                    <a:pt x="191651" y="82394"/>
                    <a:pt x="196867" y="87609"/>
                    <a:pt x="196867" y="94048"/>
                  </a:cubicBezTo>
                  <a:cubicBezTo>
                    <a:pt x="196867" y="100487"/>
                    <a:pt x="191651" y="105702"/>
                    <a:pt x="185213" y="105702"/>
                  </a:cubicBezTo>
                  <a:lnTo>
                    <a:pt x="141743" y="105702"/>
                  </a:lnTo>
                  <a:cubicBezTo>
                    <a:pt x="135304" y="105702"/>
                    <a:pt x="130089" y="100487"/>
                    <a:pt x="130089" y="94048"/>
                  </a:cubicBezTo>
                  <a:cubicBezTo>
                    <a:pt x="130089" y="87609"/>
                    <a:pt x="135304" y="82394"/>
                    <a:pt x="141743" y="82394"/>
                  </a:cubicBezTo>
                  <a:lnTo>
                    <a:pt x="185213" y="82394"/>
                  </a:lnTo>
                  <a:moveTo>
                    <a:pt x="161904" y="175627"/>
                  </a:moveTo>
                  <a:lnTo>
                    <a:pt x="161904" y="159078"/>
                  </a:lnTo>
                  <a:lnTo>
                    <a:pt x="26134" y="159078"/>
                  </a:lnTo>
                  <a:cubicBezTo>
                    <a:pt x="24572" y="159014"/>
                    <a:pt x="23337" y="157732"/>
                    <a:pt x="23337" y="156165"/>
                  </a:cubicBezTo>
                  <a:lnTo>
                    <a:pt x="23337" y="26105"/>
                  </a:lnTo>
                  <a:cubicBezTo>
                    <a:pt x="23337" y="24561"/>
                    <a:pt x="24590" y="23308"/>
                    <a:pt x="26134" y="23308"/>
                  </a:cubicBezTo>
                  <a:lnTo>
                    <a:pt x="214115" y="23308"/>
                  </a:lnTo>
                  <a:cubicBezTo>
                    <a:pt x="215659" y="23308"/>
                    <a:pt x="216912" y="24561"/>
                    <a:pt x="216912" y="26105"/>
                  </a:cubicBezTo>
                  <a:lnTo>
                    <a:pt x="216912" y="104887"/>
                  </a:lnTo>
                  <a:lnTo>
                    <a:pt x="222855" y="104887"/>
                  </a:lnTo>
                  <a:cubicBezTo>
                    <a:pt x="228735" y="104916"/>
                    <a:pt x="234585" y="105778"/>
                    <a:pt x="240220" y="107450"/>
                  </a:cubicBezTo>
                  <a:lnTo>
                    <a:pt x="240220" y="26105"/>
                  </a:lnTo>
                  <a:cubicBezTo>
                    <a:pt x="240156" y="11712"/>
                    <a:pt x="228508" y="64"/>
                    <a:pt x="214115" y="0"/>
                  </a:cubicBezTo>
                  <a:lnTo>
                    <a:pt x="26134" y="0"/>
                  </a:lnTo>
                  <a:cubicBezTo>
                    <a:pt x="11718" y="0"/>
                    <a:pt x="29" y="11689"/>
                    <a:pt x="29" y="26105"/>
                  </a:cubicBezTo>
                  <a:lnTo>
                    <a:pt x="29" y="156165"/>
                  </a:lnTo>
                  <a:cubicBezTo>
                    <a:pt x="0" y="163111"/>
                    <a:pt x="2732" y="169777"/>
                    <a:pt x="7633" y="174701"/>
                  </a:cubicBezTo>
                  <a:cubicBezTo>
                    <a:pt x="12534" y="179619"/>
                    <a:pt x="19188" y="182386"/>
                    <a:pt x="26134" y="182386"/>
                  </a:cubicBezTo>
                  <a:lnTo>
                    <a:pt x="155495" y="182386"/>
                  </a:lnTo>
                  <a:cubicBezTo>
                    <a:pt x="157289" y="179834"/>
                    <a:pt x="159451" y="177556"/>
                    <a:pt x="161904" y="175627"/>
                  </a:cubicBezTo>
                  <a:moveTo>
                    <a:pt x="266325" y="185766"/>
                  </a:moveTo>
                  <a:lnTo>
                    <a:pt x="266325" y="164905"/>
                  </a:lnTo>
                  <a:cubicBezTo>
                    <a:pt x="266331" y="140892"/>
                    <a:pt x="246869" y="121424"/>
                    <a:pt x="222855" y="121424"/>
                  </a:cubicBezTo>
                  <a:cubicBezTo>
                    <a:pt x="198842" y="121424"/>
                    <a:pt x="179380" y="140892"/>
                    <a:pt x="179386" y="164905"/>
                  </a:cubicBezTo>
                  <a:lnTo>
                    <a:pt x="179386" y="185766"/>
                  </a:lnTo>
                  <a:cubicBezTo>
                    <a:pt x="171379" y="188138"/>
                    <a:pt x="165884" y="195480"/>
                    <a:pt x="165867" y="203830"/>
                  </a:cubicBezTo>
                  <a:lnTo>
                    <a:pt x="165867" y="260702"/>
                  </a:lnTo>
                  <a:cubicBezTo>
                    <a:pt x="165867" y="271191"/>
                    <a:pt x="174374" y="279698"/>
                    <a:pt x="184863" y="279698"/>
                  </a:cubicBezTo>
                  <a:lnTo>
                    <a:pt x="260731" y="279698"/>
                  </a:lnTo>
                  <a:cubicBezTo>
                    <a:pt x="271220" y="279698"/>
                    <a:pt x="279727" y="271191"/>
                    <a:pt x="279727" y="260702"/>
                  </a:cubicBezTo>
                  <a:lnTo>
                    <a:pt x="279727" y="203830"/>
                  </a:lnTo>
                  <a:cubicBezTo>
                    <a:pt x="279687" y="195526"/>
                    <a:pt x="274262" y="188214"/>
                    <a:pt x="266325" y="185766"/>
                  </a:cubicBezTo>
                  <a:moveTo>
                    <a:pt x="198149" y="164905"/>
                  </a:moveTo>
                  <a:cubicBezTo>
                    <a:pt x="198149" y="151386"/>
                    <a:pt x="209104" y="140432"/>
                    <a:pt x="222622" y="140432"/>
                  </a:cubicBezTo>
                  <a:cubicBezTo>
                    <a:pt x="236141" y="140432"/>
                    <a:pt x="247096" y="151386"/>
                    <a:pt x="247096" y="164905"/>
                  </a:cubicBezTo>
                  <a:lnTo>
                    <a:pt x="247096" y="184834"/>
                  </a:lnTo>
                  <a:lnTo>
                    <a:pt x="198149" y="184834"/>
                  </a:lnTo>
                  <a:lnTo>
                    <a:pt x="198149" y="164905"/>
                  </a:lnTo>
                  <a:moveTo>
                    <a:pt x="246397" y="225274"/>
                  </a:moveTo>
                  <a:lnTo>
                    <a:pt x="220291" y="251612"/>
                  </a:lnTo>
                  <a:cubicBezTo>
                    <a:pt x="218660" y="253261"/>
                    <a:pt x="216434" y="254187"/>
                    <a:pt x="214115" y="254176"/>
                  </a:cubicBezTo>
                  <a:cubicBezTo>
                    <a:pt x="211784" y="254228"/>
                    <a:pt x="209546" y="253296"/>
                    <a:pt x="207938" y="251612"/>
                  </a:cubicBezTo>
                  <a:lnTo>
                    <a:pt x="194652" y="238443"/>
                  </a:lnTo>
                  <a:cubicBezTo>
                    <a:pt x="191442" y="234999"/>
                    <a:pt x="191541" y="229632"/>
                    <a:pt x="194868" y="226305"/>
                  </a:cubicBezTo>
                  <a:cubicBezTo>
                    <a:pt x="198195" y="222978"/>
                    <a:pt x="203562" y="222879"/>
                    <a:pt x="207006" y="226089"/>
                  </a:cubicBezTo>
                  <a:lnTo>
                    <a:pt x="214115" y="233082"/>
                  </a:lnTo>
                  <a:lnTo>
                    <a:pt x="234276" y="212920"/>
                  </a:lnTo>
                  <a:cubicBezTo>
                    <a:pt x="236456" y="210584"/>
                    <a:pt x="239736" y="209622"/>
                    <a:pt x="242836" y="210409"/>
                  </a:cubicBezTo>
                  <a:cubicBezTo>
                    <a:pt x="245931" y="211201"/>
                    <a:pt x="248349" y="213619"/>
                    <a:pt x="249141" y="216714"/>
                  </a:cubicBezTo>
                  <a:cubicBezTo>
                    <a:pt x="249928" y="219814"/>
                    <a:pt x="248966" y="223094"/>
                    <a:pt x="246630" y="225274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0" name="Rounded Rectangle 21">
              <a:extLst>
                <a:ext uri="{FF2B5EF4-FFF2-40B4-BE49-F238E27FC236}">
                  <a16:creationId xmlns:a16="http://schemas.microsoft.com/office/drawing/2014/main" id="{3B90B4CD-E082-A591-D5AA-6D821141CC3B}"/>
                </a:ext>
              </a:extLst>
            </p:cNvPr>
            <p:cNvSpPr/>
            <p:nvPr/>
          </p:nvSpPr>
          <p:spPr>
            <a:xfrm>
              <a:off x="3948519" y="2430045"/>
              <a:ext cx="279582" cy="279716"/>
            </a:xfrm>
            <a:custGeom>
              <a:avLst/>
              <a:gdLst/>
              <a:ahLst/>
              <a:cxnLst/>
              <a:rect l="0" t="0" r="0" b="0"/>
              <a:pathLst>
                <a:path w="279582" h="279716">
                  <a:moveTo>
                    <a:pt x="193225" y="147308"/>
                  </a:moveTo>
                  <a:cubicBezTo>
                    <a:pt x="193470" y="146276"/>
                    <a:pt x="193108" y="145192"/>
                    <a:pt x="192292" y="144511"/>
                  </a:cubicBezTo>
                  <a:cubicBezTo>
                    <a:pt x="186611" y="139587"/>
                    <a:pt x="183336" y="132449"/>
                    <a:pt x="183319" y="124932"/>
                  </a:cubicBezTo>
                  <a:cubicBezTo>
                    <a:pt x="183325" y="122647"/>
                    <a:pt x="183639" y="120375"/>
                    <a:pt x="184251" y="118172"/>
                  </a:cubicBezTo>
                  <a:cubicBezTo>
                    <a:pt x="184630" y="117007"/>
                    <a:pt x="184204" y="115731"/>
                    <a:pt x="183202" y="115026"/>
                  </a:cubicBezTo>
                  <a:cubicBezTo>
                    <a:pt x="167067" y="103354"/>
                    <a:pt x="147861" y="96670"/>
                    <a:pt x="127962" y="95796"/>
                  </a:cubicBezTo>
                  <a:lnTo>
                    <a:pt x="127029" y="95796"/>
                  </a:lnTo>
                  <a:cubicBezTo>
                    <a:pt x="125619" y="95674"/>
                    <a:pt x="124314" y="96548"/>
                    <a:pt x="123883" y="97894"/>
                  </a:cubicBezTo>
                  <a:cubicBezTo>
                    <a:pt x="120387" y="110463"/>
                    <a:pt x="108960" y="119175"/>
                    <a:pt x="95913" y="119221"/>
                  </a:cubicBezTo>
                  <a:cubicBezTo>
                    <a:pt x="95732" y="119116"/>
                    <a:pt x="95511" y="119116"/>
                    <a:pt x="95330" y="119221"/>
                  </a:cubicBezTo>
                  <a:cubicBezTo>
                    <a:pt x="92656" y="134074"/>
                    <a:pt x="92306" y="149248"/>
                    <a:pt x="94281" y="164206"/>
                  </a:cubicBezTo>
                  <a:cubicBezTo>
                    <a:pt x="94491" y="165482"/>
                    <a:pt x="95464" y="166502"/>
                    <a:pt x="96729" y="166770"/>
                  </a:cubicBezTo>
                  <a:cubicBezTo>
                    <a:pt x="122589" y="171024"/>
                    <a:pt x="147611" y="179362"/>
                    <a:pt x="170849" y="191477"/>
                  </a:cubicBezTo>
                  <a:cubicBezTo>
                    <a:pt x="172154" y="192094"/>
                    <a:pt x="173716" y="191704"/>
                    <a:pt x="174578" y="190544"/>
                  </a:cubicBezTo>
                  <a:cubicBezTo>
                    <a:pt x="183633" y="177527"/>
                    <a:pt x="189973" y="162825"/>
                    <a:pt x="193225" y="147308"/>
                  </a:cubicBezTo>
                  <a:moveTo>
                    <a:pt x="158496" y="209774"/>
                  </a:moveTo>
                  <a:cubicBezTo>
                    <a:pt x="159154" y="209092"/>
                    <a:pt x="159457" y="208142"/>
                    <a:pt x="159311" y="207210"/>
                  </a:cubicBezTo>
                  <a:cubicBezTo>
                    <a:pt x="159171" y="206242"/>
                    <a:pt x="158560" y="205415"/>
                    <a:pt x="157680" y="204995"/>
                  </a:cubicBezTo>
                  <a:cubicBezTo>
                    <a:pt x="140496" y="196599"/>
                    <a:pt x="122327" y="190370"/>
                    <a:pt x="103605" y="186465"/>
                  </a:cubicBezTo>
                  <a:cubicBezTo>
                    <a:pt x="102573" y="186221"/>
                    <a:pt x="101489" y="186582"/>
                    <a:pt x="100808" y="187398"/>
                  </a:cubicBezTo>
                  <a:cubicBezTo>
                    <a:pt x="100114" y="188155"/>
                    <a:pt x="99893" y="189227"/>
                    <a:pt x="100225" y="190195"/>
                  </a:cubicBezTo>
                  <a:cubicBezTo>
                    <a:pt x="102008" y="195497"/>
                    <a:pt x="104152" y="200678"/>
                    <a:pt x="106635" y="205695"/>
                  </a:cubicBezTo>
                  <a:cubicBezTo>
                    <a:pt x="111698" y="215362"/>
                    <a:pt x="118050" y="224300"/>
                    <a:pt x="125514" y="232266"/>
                  </a:cubicBezTo>
                  <a:cubicBezTo>
                    <a:pt x="126470" y="233303"/>
                    <a:pt x="128014" y="233548"/>
                    <a:pt x="129244" y="232849"/>
                  </a:cubicBezTo>
                  <a:cubicBezTo>
                    <a:pt x="139377" y="225658"/>
                    <a:pt x="149143" y="217955"/>
                    <a:pt x="158496" y="209774"/>
                  </a:cubicBezTo>
                  <a:moveTo>
                    <a:pt x="73187" y="164323"/>
                  </a:moveTo>
                  <a:cubicBezTo>
                    <a:pt x="74108" y="164340"/>
                    <a:pt x="74982" y="163909"/>
                    <a:pt x="75518" y="163157"/>
                  </a:cubicBezTo>
                  <a:cubicBezTo>
                    <a:pt x="76072" y="162510"/>
                    <a:pt x="76363" y="161677"/>
                    <a:pt x="76334" y="160826"/>
                  </a:cubicBezTo>
                  <a:cubicBezTo>
                    <a:pt x="74697" y="145262"/>
                    <a:pt x="75483" y="129535"/>
                    <a:pt x="78665" y="114210"/>
                  </a:cubicBezTo>
                  <a:cubicBezTo>
                    <a:pt x="78810" y="113959"/>
                    <a:pt x="78810" y="113645"/>
                    <a:pt x="78665" y="113394"/>
                  </a:cubicBezTo>
                  <a:cubicBezTo>
                    <a:pt x="74714" y="110323"/>
                    <a:pt x="71591" y="106320"/>
                    <a:pt x="69575" y="101740"/>
                  </a:cubicBezTo>
                  <a:cubicBezTo>
                    <a:pt x="69091" y="100470"/>
                    <a:pt x="67762" y="99735"/>
                    <a:pt x="66428" y="99992"/>
                  </a:cubicBezTo>
                  <a:cubicBezTo>
                    <a:pt x="41849" y="104409"/>
                    <a:pt x="19071" y="115818"/>
                    <a:pt x="815" y="132856"/>
                  </a:cubicBezTo>
                  <a:cubicBezTo>
                    <a:pt x="320" y="133352"/>
                    <a:pt x="29" y="134022"/>
                    <a:pt x="0" y="134721"/>
                  </a:cubicBezTo>
                  <a:lnTo>
                    <a:pt x="0" y="139499"/>
                  </a:lnTo>
                  <a:cubicBezTo>
                    <a:pt x="23" y="148823"/>
                    <a:pt x="996" y="158117"/>
                    <a:pt x="2913" y="167236"/>
                  </a:cubicBezTo>
                  <a:cubicBezTo>
                    <a:pt x="3047" y="168017"/>
                    <a:pt x="3513" y="168699"/>
                    <a:pt x="4195" y="169101"/>
                  </a:cubicBezTo>
                  <a:cubicBezTo>
                    <a:pt x="4888" y="169456"/>
                    <a:pt x="5716" y="169456"/>
                    <a:pt x="6409" y="169101"/>
                  </a:cubicBezTo>
                  <a:cubicBezTo>
                    <a:pt x="28331" y="164340"/>
                    <a:pt x="50811" y="162732"/>
                    <a:pt x="73187" y="164323"/>
                  </a:cubicBezTo>
                  <a:moveTo>
                    <a:pt x="107334" y="243687"/>
                  </a:moveTo>
                  <a:cubicBezTo>
                    <a:pt x="108225" y="243378"/>
                    <a:pt x="108890" y="242627"/>
                    <a:pt x="109082" y="241706"/>
                  </a:cubicBezTo>
                  <a:cubicBezTo>
                    <a:pt x="109309" y="240809"/>
                    <a:pt x="109088" y="239853"/>
                    <a:pt x="108499" y="239142"/>
                  </a:cubicBezTo>
                  <a:cubicBezTo>
                    <a:pt x="101664" y="231246"/>
                    <a:pt x="95796" y="222558"/>
                    <a:pt x="91018" y="213270"/>
                  </a:cubicBezTo>
                  <a:cubicBezTo>
                    <a:pt x="86421" y="204139"/>
                    <a:pt x="82866" y="194524"/>
                    <a:pt x="80413" y="184601"/>
                  </a:cubicBezTo>
                  <a:cubicBezTo>
                    <a:pt x="80122" y="183389"/>
                    <a:pt x="79090" y="182503"/>
                    <a:pt x="77849" y="182386"/>
                  </a:cubicBezTo>
                  <a:cubicBezTo>
                    <a:pt x="55625" y="180394"/>
                    <a:pt x="33231" y="181769"/>
                    <a:pt x="11421" y="186465"/>
                  </a:cubicBezTo>
                  <a:cubicBezTo>
                    <a:pt x="10581" y="186675"/>
                    <a:pt x="9865" y="187223"/>
                    <a:pt x="9439" y="187980"/>
                  </a:cubicBezTo>
                  <a:cubicBezTo>
                    <a:pt x="9084" y="188715"/>
                    <a:pt x="9084" y="189577"/>
                    <a:pt x="9439" y="190311"/>
                  </a:cubicBezTo>
                  <a:cubicBezTo>
                    <a:pt x="19322" y="215292"/>
                    <a:pt x="36197" y="236899"/>
                    <a:pt x="58037" y="252544"/>
                  </a:cubicBezTo>
                  <a:cubicBezTo>
                    <a:pt x="58608" y="252690"/>
                    <a:pt x="59214" y="252690"/>
                    <a:pt x="59785" y="252544"/>
                  </a:cubicBezTo>
                  <a:cubicBezTo>
                    <a:pt x="76043" y="252509"/>
                    <a:pt x="92154" y="249508"/>
                    <a:pt x="107334" y="243687"/>
                  </a:cubicBezTo>
                  <a:moveTo>
                    <a:pt x="220379" y="151503"/>
                  </a:moveTo>
                  <a:cubicBezTo>
                    <a:pt x="219680" y="150565"/>
                    <a:pt x="218456" y="150186"/>
                    <a:pt x="217349" y="150571"/>
                  </a:cubicBezTo>
                  <a:cubicBezTo>
                    <a:pt x="215781" y="151002"/>
                    <a:pt x="214185" y="151317"/>
                    <a:pt x="212571" y="151503"/>
                  </a:cubicBezTo>
                  <a:cubicBezTo>
                    <a:pt x="211329" y="151620"/>
                    <a:pt x="210298" y="152505"/>
                    <a:pt x="210007" y="153717"/>
                  </a:cubicBezTo>
                  <a:cubicBezTo>
                    <a:pt x="203247" y="184717"/>
                    <a:pt x="185183" y="216067"/>
                    <a:pt x="142996" y="245086"/>
                  </a:cubicBezTo>
                  <a:cubicBezTo>
                    <a:pt x="142314" y="245645"/>
                    <a:pt x="141859" y="246432"/>
                    <a:pt x="141714" y="247300"/>
                  </a:cubicBezTo>
                  <a:cubicBezTo>
                    <a:pt x="141719" y="248203"/>
                    <a:pt x="142052" y="249071"/>
                    <a:pt x="142646" y="249747"/>
                  </a:cubicBezTo>
                  <a:cubicBezTo>
                    <a:pt x="152517" y="258593"/>
                    <a:pt x="162907" y="266844"/>
                    <a:pt x="173762" y="274454"/>
                  </a:cubicBezTo>
                  <a:cubicBezTo>
                    <a:pt x="174526" y="274868"/>
                    <a:pt x="175446" y="274868"/>
                    <a:pt x="176210" y="274454"/>
                  </a:cubicBezTo>
                  <a:cubicBezTo>
                    <a:pt x="206248" y="266279"/>
                    <a:pt x="232703" y="248314"/>
                    <a:pt x="251379" y="223409"/>
                  </a:cubicBezTo>
                  <a:cubicBezTo>
                    <a:pt x="251868" y="222780"/>
                    <a:pt x="252078" y="221981"/>
                    <a:pt x="251962" y="221195"/>
                  </a:cubicBezTo>
                  <a:cubicBezTo>
                    <a:pt x="247399" y="195695"/>
                    <a:pt x="236543" y="171740"/>
                    <a:pt x="220379" y="151503"/>
                  </a:cubicBezTo>
                  <a:moveTo>
                    <a:pt x="66195" y="82278"/>
                  </a:moveTo>
                  <a:cubicBezTo>
                    <a:pt x="67285" y="82109"/>
                    <a:pt x="68188" y="81345"/>
                    <a:pt x="68526" y="80296"/>
                  </a:cubicBezTo>
                  <a:cubicBezTo>
                    <a:pt x="72267" y="69685"/>
                    <a:pt x="81806" y="62192"/>
                    <a:pt x="92999" y="61067"/>
                  </a:cubicBezTo>
                  <a:cubicBezTo>
                    <a:pt x="93425" y="61044"/>
                    <a:pt x="93792" y="60770"/>
                    <a:pt x="93932" y="60368"/>
                  </a:cubicBezTo>
                  <a:cubicBezTo>
                    <a:pt x="102870" y="40369"/>
                    <a:pt x="114647" y="21764"/>
                    <a:pt x="128894" y="5127"/>
                  </a:cubicBezTo>
                  <a:cubicBezTo>
                    <a:pt x="129576" y="4189"/>
                    <a:pt x="129576" y="2919"/>
                    <a:pt x="128894" y="1981"/>
                  </a:cubicBezTo>
                  <a:cubicBezTo>
                    <a:pt x="128591" y="996"/>
                    <a:pt x="127799" y="244"/>
                    <a:pt x="126796" y="0"/>
                  </a:cubicBezTo>
                  <a:cubicBezTo>
                    <a:pt x="69691" y="5355"/>
                    <a:pt x="21641" y="45043"/>
                    <a:pt x="5593" y="100108"/>
                  </a:cubicBezTo>
                  <a:cubicBezTo>
                    <a:pt x="5215" y="101274"/>
                    <a:pt x="5640" y="102550"/>
                    <a:pt x="6642" y="103255"/>
                  </a:cubicBezTo>
                  <a:cubicBezTo>
                    <a:pt x="7615" y="103954"/>
                    <a:pt x="8932" y="103954"/>
                    <a:pt x="9906" y="103255"/>
                  </a:cubicBezTo>
                  <a:cubicBezTo>
                    <a:pt x="27066" y="92545"/>
                    <a:pt x="46208" y="85407"/>
                    <a:pt x="66195" y="82278"/>
                  </a:cubicBezTo>
                  <a:moveTo>
                    <a:pt x="125281" y="256973"/>
                  </a:moveTo>
                  <a:cubicBezTo>
                    <a:pt x="124308" y="256274"/>
                    <a:pt x="122991" y="256274"/>
                    <a:pt x="122018" y="256973"/>
                  </a:cubicBezTo>
                  <a:cubicBezTo>
                    <a:pt x="113173" y="261058"/>
                    <a:pt x="103966" y="264297"/>
                    <a:pt x="94514" y="266646"/>
                  </a:cubicBezTo>
                  <a:cubicBezTo>
                    <a:pt x="93273" y="267007"/>
                    <a:pt x="92417" y="268149"/>
                    <a:pt x="92417" y="269443"/>
                  </a:cubicBezTo>
                  <a:cubicBezTo>
                    <a:pt x="92417" y="270736"/>
                    <a:pt x="93273" y="271878"/>
                    <a:pt x="94514" y="272240"/>
                  </a:cubicBezTo>
                  <a:cubicBezTo>
                    <a:pt x="109035" y="277193"/>
                    <a:pt x="124273" y="279716"/>
                    <a:pt x="139616" y="279698"/>
                  </a:cubicBezTo>
                  <a:lnTo>
                    <a:pt x="143112" y="279698"/>
                  </a:lnTo>
                  <a:cubicBezTo>
                    <a:pt x="144318" y="279634"/>
                    <a:pt x="145373" y="278853"/>
                    <a:pt x="145793" y="277717"/>
                  </a:cubicBezTo>
                  <a:cubicBezTo>
                    <a:pt x="146171" y="276552"/>
                    <a:pt x="145746" y="275276"/>
                    <a:pt x="144744" y="274571"/>
                  </a:cubicBezTo>
                  <a:cubicBezTo>
                    <a:pt x="138684" y="269093"/>
                    <a:pt x="132041" y="263383"/>
                    <a:pt x="125281" y="256973"/>
                  </a:cubicBezTo>
                  <a:moveTo>
                    <a:pt x="218281" y="98360"/>
                  </a:moveTo>
                  <a:cubicBezTo>
                    <a:pt x="218322" y="99479"/>
                    <a:pt x="219004" y="100475"/>
                    <a:pt x="220029" y="100924"/>
                  </a:cubicBezTo>
                  <a:cubicBezTo>
                    <a:pt x="229556" y="105114"/>
                    <a:pt x="235722" y="114525"/>
                    <a:pt x="235762" y="124932"/>
                  </a:cubicBezTo>
                  <a:cubicBezTo>
                    <a:pt x="235786" y="128970"/>
                    <a:pt x="234871" y="132961"/>
                    <a:pt x="233082" y="136586"/>
                  </a:cubicBezTo>
                  <a:cubicBezTo>
                    <a:pt x="232383" y="137559"/>
                    <a:pt x="232383" y="138876"/>
                    <a:pt x="233082" y="139849"/>
                  </a:cubicBezTo>
                  <a:cubicBezTo>
                    <a:pt x="245901" y="155885"/>
                    <a:pt x="255837" y="174025"/>
                    <a:pt x="262450" y="193458"/>
                  </a:cubicBezTo>
                  <a:cubicBezTo>
                    <a:pt x="262812" y="194635"/>
                    <a:pt x="263901" y="195439"/>
                    <a:pt x="265131" y="195439"/>
                  </a:cubicBezTo>
                  <a:cubicBezTo>
                    <a:pt x="266325" y="195556"/>
                    <a:pt x="267438" y="194827"/>
                    <a:pt x="267811" y="193691"/>
                  </a:cubicBezTo>
                  <a:cubicBezTo>
                    <a:pt x="275299" y="176717"/>
                    <a:pt x="279267" y="158402"/>
                    <a:pt x="279465" y="139849"/>
                  </a:cubicBezTo>
                  <a:cubicBezTo>
                    <a:pt x="279582" y="90832"/>
                    <a:pt x="254024" y="45334"/>
                    <a:pt x="212104" y="19928"/>
                  </a:cubicBezTo>
                  <a:cubicBezTo>
                    <a:pt x="211108" y="19293"/>
                    <a:pt x="209838" y="19293"/>
                    <a:pt x="208841" y="19928"/>
                  </a:cubicBezTo>
                  <a:cubicBezTo>
                    <a:pt x="207891" y="20616"/>
                    <a:pt x="207472" y="21828"/>
                    <a:pt x="207792" y="22958"/>
                  </a:cubicBezTo>
                  <a:cubicBezTo>
                    <a:pt x="214126" y="47612"/>
                    <a:pt x="217646" y="72913"/>
                    <a:pt x="218281" y="98360"/>
                  </a:cubicBezTo>
                  <a:moveTo>
                    <a:pt x="111762" y="62699"/>
                  </a:moveTo>
                  <a:cubicBezTo>
                    <a:pt x="111209" y="63975"/>
                    <a:pt x="111594" y="65467"/>
                    <a:pt x="112695" y="66311"/>
                  </a:cubicBezTo>
                  <a:cubicBezTo>
                    <a:pt x="116692" y="69103"/>
                    <a:pt x="119903" y="72873"/>
                    <a:pt x="122018" y="77266"/>
                  </a:cubicBezTo>
                  <a:cubicBezTo>
                    <a:pt x="122647" y="78566"/>
                    <a:pt x="124162" y="79172"/>
                    <a:pt x="125514" y="78665"/>
                  </a:cubicBezTo>
                  <a:lnTo>
                    <a:pt x="127962" y="78665"/>
                  </a:lnTo>
                  <a:cubicBezTo>
                    <a:pt x="151905" y="79609"/>
                    <a:pt x="175009" y="87732"/>
                    <a:pt x="194274" y="101973"/>
                  </a:cubicBezTo>
                  <a:cubicBezTo>
                    <a:pt x="195223" y="102620"/>
                    <a:pt x="196470" y="102620"/>
                    <a:pt x="197420" y="101973"/>
                  </a:cubicBezTo>
                  <a:lnTo>
                    <a:pt x="199052" y="101274"/>
                  </a:lnTo>
                  <a:cubicBezTo>
                    <a:pt x="200118" y="100808"/>
                    <a:pt x="200806" y="99753"/>
                    <a:pt x="200800" y="98593"/>
                  </a:cubicBezTo>
                  <a:cubicBezTo>
                    <a:pt x="199821" y="68182"/>
                    <a:pt x="194926" y="38021"/>
                    <a:pt x="186232" y="8857"/>
                  </a:cubicBezTo>
                  <a:cubicBezTo>
                    <a:pt x="185906" y="7819"/>
                    <a:pt x="184985" y="7085"/>
                    <a:pt x="183901" y="6992"/>
                  </a:cubicBezTo>
                  <a:cubicBezTo>
                    <a:pt x="175534" y="4137"/>
                    <a:pt x="166910" y="2109"/>
                    <a:pt x="158146" y="932"/>
                  </a:cubicBezTo>
                  <a:cubicBezTo>
                    <a:pt x="157225" y="815"/>
                    <a:pt x="156310" y="1165"/>
                    <a:pt x="155699" y="1864"/>
                  </a:cubicBezTo>
                  <a:cubicBezTo>
                    <a:pt x="138182" y="19905"/>
                    <a:pt x="123382" y="40398"/>
                    <a:pt x="111762" y="62699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1" name="Rounded Rectangle 22">
              <a:extLst>
                <a:ext uri="{FF2B5EF4-FFF2-40B4-BE49-F238E27FC236}">
                  <a16:creationId xmlns:a16="http://schemas.microsoft.com/office/drawing/2014/main" id="{09941B7B-F426-D728-8797-9C1D29146960}"/>
                </a:ext>
              </a:extLst>
            </p:cNvPr>
            <p:cNvSpPr/>
            <p:nvPr/>
          </p:nvSpPr>
          <p:spPr>
            <a:xfrm>
              <a:off x="4926882" y="2973017"/>
              <a:ext cx="280048" cy="279698"/>
            </a:xfrm>
            <a:custGeom>
              <a:avLst/>
              <a:gdLst/>
              <a:ahLst/>
              <a:cxnLst/>
              <a:rect l="0" t="0" r="0" b="0"/>
              <a:pathLst>
                <a:path w="280048" h="279698">
                  <a:moveTo>
                    <a:pt x="111063" y="250563"/>
                  </a:moveTo>
                  <a:lnTo>
                    <a:pt x="76101" y="250563"/>
                  </a:lnTo>
                  <a:cubicBezTo>
                    <a:pt x="72884" y="250563"/>
                    <a:pt x="70274" y="253174"/>
                    <a:pt x="70274" y="256390"/>
                  </a:cubicBezTo>
                  <a:cubicBezTo>
                    <a:pt x="70274" y="269262"/>
                    <a:pt x="80710" y="279698"/>
                    <a:pt x="93582" y="279698"/>
                  </a:cubicBezTo>
                  <a:cubicBezTo>
                    <a:pt x="106454" y="279698"/>
                    <a:pt x="116890" y="269262"/>
                    <a:pt x="116890" y="256390"/>
                  </a:cubicBezTo>
                  <a:cubicBezTo>
                    <a:pt x="116890" y="253174"/>
                    <a:pt x="114280" y="250563"/>
                    <a:pt x="111063" y="250563"/>
                  </a:cubicBezTo>
                  <a:moveTo>
                    <a:pt x="135770" y="79131"/>
                  </a:moveTo>
                  <a:cubicBezTo>
                    <a:pt x="128440" y="73409"/>
                    <a:pt x="120037" y="69213"/>
                    <a:pt x="111063" y="66778"/>
                  </a:cubicBezTo>
                  <a:lnTo>
                    <a:pt x="111063" y="52443"/>
                  </a:lnTo>
                  <a:cubicBezTo>
                    <a:pt x="111063" y="42788"/>
                    <a:pt x="103238" y="34962"/>
                    <a:pt x="93582" y="34962"/>
                  </a:cubicBezTo>
                  <a:cubicBezTo>
                    <a:pt x="83927" y="34962"/>
                    <a:pt x="76101" y="42788"/>
                    <a:pt x="76101" y="52443"/>
                  </a:cubicBezTo>
                  <a:lnTo>
                    <a:pt x="76101" y="66778"/>
                  </a:lnTo>
                  <a:cubicBezTo>
                    <a:pt x="42071" y="75984"/>
                    <a:pt x="17830" y="110830"/>
                    <a:pt x="17830" y="151503"/>
                  </a:cubicBezTo>
                  <a:lnTo>
                    <a:pt x="17830" y="159078"/>
                  </a:lnTo>
                  <a:cubicBezTo>
                    <a:pt x="17790" y="183878"/>
                    <a:pt x="12003" y="208329"/>
                    <a:pt x="932" y="230518"/>
                  </a:cubicBezTo>
                  <a:cubicBezTo>
                    <a:pt x="0" y="232266"/>
                    <a:pt x="0" y="234364"/>
                    <a:pt x="932" y="236112"/>
                  </a:cubicBezTo>
                  <a:cubicBezTo>
                    <a:pt x="2027" y="237825"/>
                    <a:pt x="3909" y="238874"/>
                    <a:pt x="5943" y="238909"/>
                  </a:cubicBezTo>
                  <a:lnTo>
                    <a:pt x="180755" y="238909"/>
                  </a:lnTo>
                  <a:cubicBezTo>
                    <a:pt x="182789" y="238874"/>
                    <a:pt x="184671" y="237825"/>
                    <a:pt x="185766" y="236112"/>
                  </a:cubicBezTo>
                  <a:cubicBezTo>
                    <a:pt x="186698" y="234364"/>
                    <a:pt x="186698" y="232266"/>
                    <a:pt x="185766" y="230518"/>
                  </a:cubicBezTo>
                  <a:cubicBezTo>
                    <a:pt x="174695" y="208329"/>
                    <a:pt x="168908" y="183878"/>
                    <a:pt x="168868" y="159078"/>
                  </a:cubicBezTo>
                  <a:lnTo>
                    <a:pt x="168868" y="151503"/>
                  </a:lnTo>
                  <a:cubicBezTo>
                    <a:pt x="168891" y="144015"/>
                    <a:pt x="168069" y="136545"/>
                    <a:pt x="166420" y="129244"/>
                  </a:cubicBezTo>
                  <a:cubicBezTo>
                    <a:pt x="150378" y="116884"/>
                    <a:pt x="139464" y="99042"/>
                    <a:pt x="135770" y="79131"/>
                  </a:cubicBezTo>
                  <a:moveTo>
                    <a:pt x="215950" y="0"/>
                  </a:moveTo>
                  <a:cubicBezTo>
                    <a:pt x="180551" y="0"/>
                    <a:pt x="151853" y="28698"/>
                    <a:pt x="151853" y="64097"/>
                  </a:cubicBezTo>
                  <a:cubicBezTo>
                    <a:pt x="151853" y="99497"/>
                    <a:pt x="180551" y="128195"/>
                    <a:pt x="215950" y="128195"/>
                  </a:cubicBezTo>
                  <a:cubicBezTo>
                    <a:pt x="251350" y="128195"/>
                    <a:pt x="280048" y="99497"/>
                    <a:pt x="280048" y="64097"/>
                  </a:cubicBezTo>
                  <a:cubicBezTo>
                    <a:pt x="280048" y="28698"/>
                    <a:pt x="251350" y="0"/>
                    <a:pt x="215950" y="0"/>
                  </a:cubicBezTo>
                  <a:moveTo>
                    <a:pt x="202898" y="94747"/>
                  </a:moveTo>
                  <a:cubicBezTo>
                    <a:pt x="200549" y="94724"/>
                    <a:pt x="198300" y="93809"/>
                    <a:pt x="196604" y="92184"/>
                  </a:cubicBezTo>
                  <a:lnTo>
                    <a:pt x="179123" y="74702"/>
                  </a:lnTo>
                  <a:cubicBezTo>
                    <a:pt x="175714" y="71259"/>
                    <a:pt x="175738" y="65705"/>
                    <a:pt x="179182" y="62291"/>
                  </a:cubicBezTo>
                  <a:cubicBezTo>
                    <a:pt x="182625" y="58882"/>
                    <a:pt x="188184" y="58905"/>
                    <a:pt x="191593" y="62349"/>
                  </a:cubicBezTo>
                  <a:lnTo>
                    <a:pt x="203247" y="74003"/>
                  </a:lnTo>
                  <a:lnTo>
                    <a:pt x="240307" y="36127"/>
                  </a:lnTo>
                  <a:cubicBezTo>
                    <a:pt x="243716" y="32683"/>
                    <a:pt x="249275" y="32654"/>
                    <a:pt x="252719" y="36069"/>
                  </a:cubicBezTo>
                  <a:cubicBezTo>
                    <a:pt x="256163" y="39478"/>
                    <a:pt x="256192" y="45037"/>
                    <a:pt x="252777" y="48481"/>
                  </a:cubicBezTo>
                  <a:lnTo>
                    <a:pt x="209074" y="92184"/>
                  </a:lnTo>
                  <a:cubicBezTo>
                    <a:pt x="207408" y="93780"/>
                    <a:pt x="205205" y="94695"/>
                    <a:pt x="202898" y="94747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2" name="Rounded Rectangle 23">
              <a:extLst>
                <a:ext uri="{FF2B5EF4-FFF2-40B4-BE49-F238E27FC236}">
                  <a16:creationId xmlns:a16="http://schemas.microsoft.com/office/drawing/2014/main" id="{A84A9B23-D1C4-9011-8DDA-1F9AE9BB11CE}"/>
                </a:ext>
              </a:extLst>
            </p:cNvPr>
            <p:cNvSpPr/>
            <p:nvPr/>
          </p:nvSpPr>
          <p:spPr>
            <a:xfrm>
              <a:off x="3949515" y="4345421"/>
              <a:ext cx="277414" cy="275083"/>
            </a:xfrm>
            <a:custGeom>
              <a:avLst/>
              <a:gdLst/>
              <a:ahLst/>
              <a:cxnLst/>
              <a:rect l="0" t="0" r="0" b="0"/>
              <a:pathLst>
                <a:path w="277414" h="275083">
                  <a:moveTo>
                    <a:pt x="146719" y="0"/>
                  </a:moveTo>
                  <a:cubicBezTo>
                    <a:pt x="153158" y="0"/>
                    <a:pt x="158373" y="5215"/>
                    <a:pt x="158373" y="11654"/>
                  </a:cubicBezTo>
                  <a:cubicBezTo>
                    <a:pt x="158373" y="18093"/>
                    <a:pt x="153158" y="23308"/>
                    <a:pt x="146719" y="23308"/>
                  </a:cubicBezTo>
                  <a:cubicBezTo>
                    <a:pt x="144650" y="23308"/>
                    <a:pt x="142978" y="24980"/>
                    <a:pt x="142978" y="27049"/>
                  </a:cubicBezTo>
                  <a:cubicBezTo>
                    <a:pt x="142978" y="31244"/>
                    <a:pt x="146381" y="34647"/>
                    <a:pt x="150577" y="34647"/>
                  </a:cubicBezTo>
                  <a:lnTo>
                    <a:pt x="262712" y="34647"/>
                  </a:lnTo>
                  <a:cubicBezTo>
                    <a:pt x="269151" y="34647"/>
                    <a:pt x="274367" y="39862"/>
                    <a:pt x="274367" y="46301"/>
                  </a:cubicBezTo>
                  <a:cubicBezTo>
                    <a:pt x="274367" y="52740"/>
                    <a:pt x="269151" y="57955"/>
                    <a:pt x="262712" y="57955"/>
                  </a:cubicBezTo>
                  <a:lnTo>
                    <a:pt x="150577" y="57955"/>
                  </a:lnTo>
                  <a:cubicBezTo>
                    <a:pt x="133509" y="57955"/>
                    <a:pt x="119670" y="44116"/>
                    <a:pt x="119670" y="27049"/>
                  </a:cubicBezTo>
                  <a:cubicBezTo>
                    <a:pt x="119670" y="12108"/>
                    <a:pt x="131778" y="0"/>
                    <a:pt x="146719" y="0"/>
                  </a:cubicBezTo>
                  <a:moveTo>
                    <a:pt x="88448" y="34659"/>
                  </a:moveTo>
                  <a:cubicBezTo>
                    <a:pt x="94887" y="34659"/>
                    <a:pt x="100103" y="39874"/>
                    <a:pt x="100103" y="46313"/>
                  </a:cubicBezTo>
                  <a:cubicBezTo>
                    <a:pt x="100103" y="52752"/>
                    <a:pt x="94887" y="57967"/>
                    <a:pt x="88448" y="57967"/>
                  </a:cubicBezTo>
                  <a:cubicBezTo>
                    <a:pt x="84340" y="57967"/>
                    <a:pt x="81013" y="61294"/>
                    <a:pt x="81013" y="65402"/>
                  </a:cubicBezTo>
                  <a:cubicBezTo>
                    <a:pt x="81019" y="72138"/>
                    <a:pt x="86479" y="77598"/>
                    <a:pt x="93215" y="77604"/>
                  </a:cubicBezTo>
                  <a:lnTo>
                    <a:pt x="262712" y="77604"/>
                  </a:lnTo>
                  <a:cubicBezTo>
                    <a:pt x="269151" y="77604"/>
                    <a:pt x="274367" y="82819"/>
                    <a:pt x="274367" y="89258"/>
                  </a:cubicBezTo>
                  <a:cubicBezTo>
                    <a:pt x="274367" y="95697"/>
                    <a:pt x="269151" y="100913"/>
                    <a:pt x="262712" y="100913"/>
                  </a:cubicBezTo>
                  <a:lnTo>
                    <a:pt x="93215" y="100913"/>
                  </a:lnTo>
                  <a:cubicBezTo>
                    <a:pt x="73607" y="100907"/>
                    <a:pt x="57711" y="85010"/>
                    <a:pt x="57705" y="65402"/>
                  </a:cubicBezTo>
                  <a:cubicBezTo>
                    <a:pt x="57705" y="48422"/>
                    <a:pt x="71468" y="34659"/>
                    <a:pt x="88448" y="34659"/>
                  </a:cubicBezTo>
                  <a:moveTo>
                    <a:pt x="274367" y="132740"/>
                  </a:moveTo>
                  <a:cubicBezTo>
                    <a:pt x="274367" y="126301"/>
                    <a:pt x="269151" y="121086"/>
                    <a:pt x="262712" y="121086"/>
                  </a:cubicBezTo>
                  <a:lnTo>
                    <a:pt x="181996" y="121086"/>
                  </a:lnTo>
                  <a:cubicBezTo>
                    <a:pt x="161118" y="121086"/>
                    <a:pt x="144190" y="138013"/>
                    <a:pt x="144190" y="158892"/>
                  </a:cubicBezTo>
                  <a:cubicBezTo>
                    <a:pt x="144196" y="167533"/>
                    <a:pt x="147628" y="175814"/>
                    <a:pt x="153746" y="181914"/>
                  </a:cubicBezTo>
                  <a:cubicBezTo>
                    <a:pt x="159859" y="188021"/>
                    <a:pt x="168145" y="191442"/>
                    <a:pt x="176787" y="191430"/>
                  </a:cubicBezTo>
                  <a:cubicBezTo>
                    <a:pt x="183226" y="191418"/>
                    <a:pt x="188435" y="186197"/>
                    <a:pt x="188423" y="179758"/>
                  </a:cubicBezTo>
                  <a:cubicBezTo>
                    <a:pt x="188417" y="173320"/>
                    <a:pt x="183191" y="168110"/>
                    <a:pt x="176752" y="168122"/>
                  </a:cubicBezTo>
                  <a:cubicBezTo>
                    <a:pt x="174298" y="168133"/>
                    <a:pt x="171939" y="167160"/>
                    <a:pt x="170202" y="165424"/>
                  </a:cubicBezTo>
                  <a:cubicBezTo>
                    <a:pt x="168466" y="163693"/>
                    <a:pt x="167492" y="161333"/>
                    <a:pt x="167498" y="158880"/>
                  </a:cubicBezTo>
                  <a:cubicBezTo>
                    <a:pt x="167504" y="150880"/>
                    <a:pt x="173995" y="144394"/>
                    <a:pt x="181996" y="144394"/>
                  </a:cubicBezTo>
                  <a:lnTo>
                    <a:pt x="262712" y="144394"/>
                  </a:lnTo>
                  <a:cubicBezTo>
                    <a:pt x="269151" y="144394"/>
                    <a:pt x="274367" y="139179"/>
                    <a:pt x="274367" y="132740"/>
                  </a:cubicBezTo>
                  <a:moveTo>
                    <a:pt x="2056" y="261378"/>
                  </a:moveTo>
                  <a:cubicBezTo>
                    <a:pt x="28628" y="222861"/>
                    <a:pt x="61166" y="200334"/>
                    <a:pt x="94066" y="182363"/>
                  </a:cubicBezTo>
                  <a:cubicBezTo>
                    <a:pt x="81666" y="223222"/>
                    <a:pt x="101245" y="252801"/>
                    <a:pt x="112945" y="270492"/>
                  </a:cubicBezTo>
                  <a:cubicBezTo>
                    <a:pt x="114029" y="272123"/>
                    <a:pt x="115043" y="273650"/>
                    <a:pt x="115964" y="275083"/>
                  </a:cubicBezTo>
                  <a:lnTo>
                    <a:pt x="9247" y="275083"/>
                  </a:lnTo>
                  <a:cubicBezTo>
                    <a:pt x="6001" y="275083"/>
                    <a:pt x="3018" y="273283"/>
                    <a:pt x="1509" y="270404"/>
                  </a:cubicBezTo>
                  <a:cubicBezTo>
                    <a:pt x="0" y="267526"/>
                    <a:pt x="209" y="264053"/>
                    <a:pt x="2056" y="261378"/>
                  </a:cubicBezTo>
                  <a:moveTo>
                    <a:pt x="267992" y="275083"/>
                  </a:moveTo>
                  <a:lnTo>
                    <a:pt x="135718" y="275083"/>
                  </a:lnTo>
                  <a:cubicBezTo>
                    <a:pt x="135572" y="274466"/>
                    <a:pt x="135356" y="273860"/>
                    <a:pt x="135077" y="273289"/>
                  </a:cubicBezTo>
                  <a:cubicBezTo>
                    <a:pt x="132652" y="268277"/>
                    <a:pt x="129389" y="263231"/>
                    <a:pt x="125951" y="257905"/>
                  </a:cubicBezTo>
                  <a:cubicBezTo>
                    <a:pt x="113808" y="239095"/>
                    <a:pt x="99520" y="216964"/>
                    <a:pt x="112596" y="182130"/>
                  </a:cubicBezTo>
                  <a:cubicBezTo>
                    <a:pt x="127408" y="194483"/>
                    <a:pt x="137978" y="201826"/>
                    <a:pt x="149131" y="207128"/>
                  </a:cubicBezTo>
                  <a:cubicBezTo>
                    <a:pt x="160949" y="212745"/>
                    <a:pt x="173885" y="216300"/>
                    <a:pt x="194070" y="220763"/>
                  </a:cubicBezTo>
                  <a:cubicBezTo>
                    <a:pt x="215315" y="225472"/>
                    <a:pt x="230734" y="230611"/>
                    <a:pt x="243215" y="237021"/>
                  </a:cubicBezTo>
                  <a:cubicBezTo>
                    <a:pt x="255825" y="243489"/>
                    <a:pt x="265078" y="251076"/>
                    <a:pt x="274168" y="260166"/>
                  </a:cubicBezTo>
                  <a:cubicBezTo>
                    <a:pt x="276662" y="262666"/>
                    <a:pt x="277414" y="266424"/>
                    <a:pt x="276062" y="269687"/>
                  </a:cubicBezTo>
                  <a:cubicBezTo>
                    <a:pt x="274710" y="272951"/>
                    <a:pt x="271523" y="275077"/>
                    <a:pt x="267992" y="275083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3" name="Rounded Rectangle 24">
              <a:extLst>
                <a:ext uri="{FF2B5EF4-FFF2-40B4-BE49-F238E27FC236}">
                  <a16:creationId xmlns:a16="http://schemas.microsoft.com/office/drawing/2014/main" id="{BBE09DF7-138E-ABC1-C837-70A936A9817B}"/>
                </a:ext>
              </a:extLst>
            </p:cNvPr>
            <p:cNvSpPr/>
            <p:nvPr/>
          </p:nvSpPr>
          <p:spPr>
            <a:xfrm>
              <a:off x="4927482" y="4367817"/>
              <a:ext cx="278545" cy="283393"/>
            </a:xfrm>
            <a:custGeom>
              <a:avLst/>
              <a:gdLst/>
              <a:ahLst/>
              <a:cxnLst/>
              <a:rect l="0" t="0" r="0" b="0"/>
              <a:pathLst>
                <a:path w="278545" h="283393">
                  <a:moveTo>
                    <a:pt x="192042" y="178506"/>
                  </a:moveTo>
                  <a:cubicBezTo>
                    <a:pt x="179170" y="178506"/>
                    <a:pt x="168734" y="188942"/>
                    <a:pt x="168734" y="201814"/>
                  </a:cubicBezTo>
                  <a:cubicBezTo>
                    <a:pt x="168774" y="203655"/>
                    <a:pt x="167900" y="205403"/>
                    <a:pt x="166403" y="206476"/>
                  </a:cubicBezTo>
                  <a:lnTo>
                    <a:pt x="161741" y="209972"/>
                  </a:lnTo>
                  <a:cubicBezTo>
                    <a:pt x="160809" y="210537"/>
                    <a:pt x="159643" y="210537"/>
                    <a:pt x="158711" y="209972"/>
                  </a:cubicBezTo>
                  <a:cubicBezTo>
                    <a:pt x="157668" y="209494"/>
                    <a:pt x="157021" y="208433"/>
                    <a:pt x="157080" y="207291"/>
                  </a:cubicBezTo>
                  <a:lnTo>
                    <a:pt x="157080" y="178506"/>
                  </a:lnTo>
                  <a:cubicBezTo>
                    <a:pt x="157091" y="176845"/>
                    <a:pt x="156369" y="175266"/>
                    <a:pt x="155098" y="174194"/>
                  </a:cubicBezTo>
                  <a:cubicBezTo>
                    <a:pt x="153857" y="173086"/>
                    <a:pt x="152214" y="172539"/>
                    <a:pt x="150553" y="172679"/>
                  </a:cubicBezTo>
                  <a:cubicBezTo>
                    <a:pt x="146958" y="173145"/>
                    <a:pt x="143339" y="173378"/>
                    <a:pt x="139715" y="173378"/>
                  </a:cubicBezTo>
                  <a:cubicBezTo>
                    <a:pt x="136015" y="173378"/>
                    <a:pt x="132315" y="173145"/>
                    <a:pt x="128643" y="172679"/>
                  </a:cubicBezTo>
                  <a:cubicBezTo>
                    <a:pt x="127000" y="172492"/>
                    <a:pt x="125351" y="172999"/>
                    <a:pt x="124098" y="174077"/>
                  </a:cubicBezTo>
                  <a:cubicBezTo>
                    <a:pt x="122851" y="175213"/>
                    <a:pt x="122135" y="176816"/>
                    <a:pt x="122117" y="178506"/>
                  </a:cubicBezTo>
                  <a:lnTo>
                    <a:pt x="122117" y="265912"/>
                  </a:lnTo>
                  <a:cubicBezTo>
                    <a:pt x="122117" y="275567"/>
                    <a:pt x="129943" y="283393"/>
                    <a:pt x="139598" y="283393"/>
                  </a:cubicBezTo>
                  <a:cubicBezTo>
                    <a:pt x="149254" y="283393"/>
                    <a:pt x="157080" y="275567"/>
                    <a:pt x="157080" y="265912"/>
                  </a:cubicBezTo>
                  <a:lnTo>
                    <a:pt x="157080" y="245400"/>
                  </a:lnTo>
                  <a:cubicBezTo>
                    <a:pt x="157097" y="243571"/>
                    <a:pt x="157959" y="241852"/>
                    <a:pt x="159410" y="240739"/>
                  </a:cubicBezTo>
                  <a:lnTo>
                    <a:pt x="180388" y="225122"/>
                  </a:lnTo>
                  <a:cubicBezTo>
                    <a:pt x="181874" y="224067"/>
                    <a:pt x="183750" y="223729"/>
                    <a:pt x="185516" y="224190"/>
                  </a:cubicBezTo>
                  <a:cubicBezTo>
                    <a:pt x="187625" y="224848"/>
                    <a:pt x="189833" y="225163"/>
                    <a:pt x="192042" y="225122"/>
                  </a:cubicBezTo>
                  <a:cubicBezTo>
                    <a:pt x="204914" y="225122"/>
                    <a:pt x="215350" y="214686"/>
                    <a:pt x="215350" y="201814"/>
                  </a:cubicBezTo>
                  <a:cubicBezTo>
                    <a:pt x="215350" y="188942"/>
                    <a:pt x="204914" y="178506"/>
                    <a:pt x="192042" y="178506"/>
                  </a:cubicBezTo>
                  <a:moveTo>
                    <a:pt x="219079" y="62547"/>
                  </a:moveTo>
                  <a:cubicBezTo>
                    <a:pt x="216137" y="63147"/>
                    <a:pt x="213235" y="61364"/>
                    <a:pt x="212437" y="58468"/>
                  </a:cubicBezTo>
                  <a:cubicBezTo>
                    <a:pt x="204314" y="30289"/>
                    <a:pt x="180650" y="9329"/>
                    <a:pt x="151695" y="4667"/>
                  </a:cubicBezTo>
                  <a:cubicBezTo>
                    <a:pt x="122741" y="0"/>
                    <a:pt x="93693" y="12469"/>
                    <a:pt x="77132" y="36675"/>
                  </a:cubicBezTo>
                  <a:cubicBezTo>
                    <a:pt x="75786" y="38330"/>
                    <a:pt x="73624" y="39093"/>
                    <a:pt x="71538" y="38656"/>
                  </a:cubicBezTo>
                  <a:cubicBezTo>
                    <a:pt x="45864" y="35201"/>
                    <a:pt x="20994" y="49110"/>
                    <a:pt x="10494" y="72791"/>
                  </a:cubicBezTo>
                  <a:cubicBezTo>
                    <a:pt x="0" y="96472"/>
                    <a:pt x="6392" y="124238"/>
                    <a:pt x="26192" y="140944"/>
                  </a:cubicBezTo>
                  <a:cubicBezTo>
                    <a:pt x="45987" y="157645"/>
                    <a:pt x="74434" y="159276"/>
                    <a:pt x="96012" y="144942"/>
                  </a:cubicBezTo>
                  <a:cubicBezTo>
                    <a:pt x="97912" y="143788"/>
                    <a:pt x="100289" y="143788"/>
                    <a:pt x="102189" y="144942"/>
                  </a:cubicBezTo>
                  <a:cubicBezTo>
                    <a:pt x="128643" y="160139"/>
                    <a:pt x="161660" y="157831"/>
                    <a:pt x="185749" y="139115"/>
                  </a:cubicBezTo>
                  <a:cubicBezTo>
                    <a:pt x="187701" y="137349"/>
                    <a:pt x="190673" y="137349"/>
                    <a:pt x="192625" y="139115"/>
                  </a:cubicBezTo>
                  <a:cubicBezTo>
                    <a:pt x="207705" y="155617"/>
                    <a:pt x="232383" y="159090"/>
                    <a:pt x="251431" y="147383"/>
                  </a:cubicBezTo>
                  <a:cubicBezTo>
                    <a:pt x="270480" y="135683"/>
                    <a:pt x="278545" y="112106"/>
                    <a:pt x="270643" y="91193"/>
                  </a:cubicBezTo>
                  <a:cubicBezTo>
                    <a:pt x="262742" y="70280"/>
                    <a:pt x="241106" y="57915"/>
                    <a:pt x="219079" y="61731"/>
                  </a:cubicBezTo>
                  <a:lnTo>
                    <a:pt x="219079" y="62547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4" name="Rounded Rectangle 25">
              <a:extLst>
                <a:ext uri="{FF2B5EF4-FFF2-40B4-BE49-F238E27FC236}">
                  <a16:creationId xmlns:a16="http://schemas.microsoft.com/office/drawing/2014/main" id="{FF968DD6-0E63-07A1-420C-F47FC7EC6B3E}"/>
                </a:ext>
              </a:extLst>
            </p:cNvPr>
            <p:cNvSpPr/>
            <p:nvPr/>
          </p:nvSpPr>
          <p:spPr>
            <a:xfrm>
              <a:off x="3949387" y="2969096"/>
              <a:ext cx="277199" cy="276785"/>
            </a:xfrm>
            <a:custGeom>
              <a:avLst/>
              <a:gdLst/>
              <a:ahLst/>
              <a:cxnLst/>
              <a:rect l="0" t="0" r="0" b="0"/>
              <a:pathLst>
                <a:path w="277199" h="276785">
                  <a:moveTo>
                    <a:pt x="111127" y="247650"/>
                  </a:moveTo>
                  <a:lnTo>
                    <a:pt x="76165" y="247650"/>
                  </a:lnTo>
                  <a:cubicBezTo>
                    <a:pt x="72948" y="247650"/>
                    <a:pt x="70338" y="250260"/>
                    <a:pt x="70338" y="253477"/>
                  </a:cubicBezTo>
                  <a:cubicBezTo>
                    <a:pt x="70338" y="266349"/>
                    <a:pt x="80774" y="276785"/>
                    <a:pt x="93646" y="276785"/>
                  </a:cubicBezTo>
                  <a:cubicBezTo>
                    <a:pt x="106518" y="276785"/>
                    <a:pt x="116954" y="266349"/>
                    <a:pt x="116954" y="253477"/>
                  </a:cubicBezTo>
                  <a:cubicBezTo>
                    <a:pt x="116954" y="250260"/>
                    <a:pt x="114344" y="247650"/>
                    <a:pt x="111127" y="247650"/>
                  </a:cubicBezTo>
                  <a:moveTo>
                    <a:pt x="128725" y="71323"/>
                  </a:moveTo>
                  <a:cubicBezTo>
                    <a:pt x="123224" y="68054"/>
                    <a:pt x="117304" y="65542"/>
                    <a:pt x="111127" y="63864"/>
                  </a:cubicBezTo>
                  <a:lnTo>
                    <a:pt x="111127" y="49530"/>
                  </a:lnTo>
                  <a:cubicBezTo>
                    <a:pt x="111127" y="39874"/>
                    <a:pt x="103302" y="32048"/>
                    <a:pt x="93646" y="32048"/>
                  </a:cubicBezTo>
                  <a:cubicBezTo>
                    <a:pt x="83991" y="32048"/>
                    <a:pt x="76165" y="39874"/>
                    <a:pt x="76165" y="49530"/>
                  </a:cubicBezTo>
                  <a:lnTo>
                    <a:pt x="76165" y="63864"/>
                  </a:lnTo>
                  <a:cubicBezTo>
                    <a:pt x="42018" y="73071"/>
                    <a:pt x="17894" y="107800"/>
                    <a:pt x="17894" y="148590"/>
                  </a:cubicBezTo>
                  <a:lnTo>
                    <a:pt x="17894" y="156048"/>
                  </a:lnTo>
                  <a:cubicBezTo>
                    <a:pt x="17824" y="180842"/>
                    <a:pt x="12044" y="205287"/>
                    <a:pt x="996" y="227488"/>
                  </a:cubicBezTo>
                  <a:cubicBezTo>
                    <a:pt x="0" y="229259"/>
                    <a:pt x="0" y="231427"/>
                    <a:pt x="996" y="233198"/>
                  </a:cubicBezTo>
                  <a:cubicBezTo>
                    <a:pt x="2062" y="234947"/>
                    <a:pt x="3962" y="236007"/>
                    <a:pt x="6007" y="235995"/>
                  </a:cubicBezTo>
                  <a:lnTo>
                    <a:pt x="180819" y="235995"/>
                  </a:lnTo>
                  <a:cubicBezTo>
                    <a:pt x="182829" y="235990"/>
                    <a:pt x="184688" y="234929"/>
                    <a:pt x="185714" y="233198"/>
                  </a:cubicBezTo>
                  <a:cubicBezTo>
                    <a:pt x="186710" y="231427"/>
                    <a:pt x="186710" y="229259"/>
                    <a:pt x="185714" y="227488"/>
                  </a:cubicBezTo>
                  <a:cubicBezTo>
                    <a:pt x="174706" y="205281"/>
                    <a:pt x="168961" y="180836"/>
                    <a:pt x="168932" y="156048"/>
                  </a:cubicBezTo>
                  <a:lnTo>
                    <a:pt x="168932" y="148590"/>
                  </a:lnTo>
                  <a:cubicBezTo>
                    <a:pt x="168943" y="144691"/>
                    <a:pt x="168710" y="140799"/>
                    <a:pt x="168233" y="136935"/>
                  </a:cubicBezTo>
                  <a:cubicBezTo>
                    <a:pt x="144977" y="122991"/>
                    <a:pt x="130170" y="98401"/>
                    <a:pt x="128725" y="71323"/>
                  </a:cubicBezTo>
                  <a:moveTo>
                    <a:pt x="210187" y="0"/>
                  </a:moveTo>
                  <a:cubicBezTo>
                    <a:pt x="173180" y="0"/>
                    <a:pt x="143176" y="30003"/>
                    <a:pt x="143176" y="67011"/>
                  </a:cubicBezTo>
                  <a:cubicBezTo>
                    <a:pt x="143176" y="104018"/>
                    <a:pt x="173180" y="134022"/>
                    <a:pt x="210187" y="134022"/>
                  </a:cubicBezTo>
                  <a:cubicBezTo>
                    <a:pt x="247195" y="134022"/>
                    <a:pt x="277199" y="104018"/>
                    <a:pt x="277199" y="67011"/>
                  </a:cubicBezTo>
                  <a:cubicBezTo>
                    <a:pt x="277199" y="30003"/>
                    <a:pt x="247195" y="0"/>
                    <a:pt x="210187" y="0"/>
                  </a:cubicBezTo>
                  <a:moveTo>
                    <a:pt x="210187" y="110714"/>
                  </a:moveTo>
                  <a:cubicBezTo>
                    <a:pt x="186052" y="110714"/>
                    <a:pt x="166484" y="91146"/>
                    <a:pt x="166484" y="67011"/>
                  </a:cubicBezTo>
                  <a:cubicBezTo>
                    <a:pt x="166484" y="42875"/>
                    <a:pt x="186052" y="23308"/>
                    <a:pt x="210187" y="23308"/>
                  </a:cubicBezTo>
                  <a:cubicBezTo>
                    <a:pt x="234323" y="23308"/>
                    <a:pt x="253890" y="42875"/>
                    <a:pt x="253890" y="67011"/>
                  </a:cubicBezTo>
                  <a:cubicBezTo>
                    <a:pt x="253826" y="91123"/>
                    <a:pt x="234300" y="110650"/>
                    <a:pt x="210187" y="110714"/>
                  </a:cubicBezTo>
                  <a:moveTo>
                    <a:pt x="227669" y="58270"/>
                  </a:moveTo>
                  <a:lnTo>
                    <a:pt x="218928" y="58270"/>
                  </a:lnTo>
                  <a:lnTo>
                    <a:pt x="218928" y="43702"/>
                  </a:lnTo>
                  <a:cubicBezTo>
                    <a:pt x="218928" y="38878"/>
                    <a:pt x="215012" y="34962"/>
                    <a:pt x="210187" y="34962"/>
                  </a:cubicBezTo>
                  <a:cubicBezTo>
                    <a:pt x="205363" y="34962"/>
                    <a:pt x="201447" y="38878"/>
                    <a:pt x="201447" y="43702"/>
                  </a:cubicBezTo>
                  <a:lnTo>
                    <a:pt x="201447" y="67011"/>
                  </a:lnTo>
                  <a:cubicBezTo>
                    <a:pt x="201447" y="71835"/>
                    <a:pt x="205363" y="75751"/>
                    <a:pt x="210187" y="75751"/>
                  </a:cubicBezTo>
                  <a:lnTo>
                    <a:pt x="227669" y="75751"/>
                  </a:lnTo>
                  <a:cubicBezTo>
                    <a:pt x="232493" y="75751"/>
                    <a:pt x="236409" y="71835"/>
                    <a:pt x="236409" y="67011"/>
                  </a:cubicBezTo>
                  <a:cubicBezTo>
                    <a:pt x="236409" y="62186"/>
                    <a:pt x="232493" y="58270"/>
                    <a:pt x="227669" y="58270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5" name="Rounded Rectangle 26">
              <a:extLst>
                <a:ext uri="{FF2B5EF4-FFF2-40B4-BE49-F238E27FC236}">
                  <a16:creationId xmlns:a16="http://schemas.microsoft.com/office/drawing/2014/main" id="{E5C02E08-345F-7860-293A-4E82D2D9AD30}"/>
                </a:ext>
              </a:extLst>
            </p:cNvPr>
            <p:cNvSpPr/>
            <p:nvPr/>
          </p:nvSpPr>
          <p:spPr>
            <a:xfrm>
              <a:off x="4941012" y="3546423"/>
              <a:ext cx="251175" cy="251309"/>
            </a:xfrm>
            <a:custGeom>
              <a:avLst/>
              <a:gdLst/>
              <a:ahLst/>
              <a:cxnLst/>
              <a:rect l="0" t="0" r="0" b="0"/>
              <a:pathLst>
                <a:path w="251175" h="251309">
                  <a:moveTo>
                    <a:pt x="245872" y="47875"/>
                  </a:moveTo>
                  <a:lnTo>
                    <a:pt x="203568" y="5570"/>
                  </a:lnTo>
                  <a:cubicBezTo>
                    <a:pt x="199809" y="1841"/>
                    <a:pt x="194565" y="0"/>
                    <a:pt x="189297" y="565"/>
                  </a:cubicBezTo>
                  <a:cubicBezTo>
                    <a:pt x="184030" y="1130"/>
                    <a:pt x="179298" y="4038"/>
                    <a:pt x="176414" y="8484"/>
                  </a:cubicBezTo>
                  <a:lnTo>
                    <a:pt x="140402" y="72232"/>
                  </a:lnTo>
                  <a:cubicBezTo>
                    <a:pt x="133649" y="70606"/>
                    <a:pt x="126721" y="69784"/>
                    <a:pt x="119775" y="69784"/>
                  </a:cubicBezTo>
                  <a:cubicBezTo>
                    <a:pt x="105708" y="68998"/>
                    <a:pt x="91706" y="72273"/>
                    <a:pt x="79451" y="79224"/>
                  </a:cubicBezTo>
                  <a:cubicBezTo>
                    <a:pt x="74766" y="81940"/>
                    <a:pt x="71614" y="86683"/>
                    <a:pt x="70926" y="92055"/>
                  </a:cubicBezTo>
                  <a:cubicBezTo>
                    <a:pt x="70239" y="97422"/>
                    <a:pt x="72104" y="102806"/>
                    <a:pt x="75955" y="106611"/>
                  </a:cubicBezTo>
                  <a:lnTo>
                    <a:pt x="145880" y="176536"/>
                  </a:lnTo>
                  <a:cubicBezTo>
                    <a:pt x="149796" y="180289"/>
                    <a:pt x="155168" y="182124"/>
                    <a:pt x="160564" y="181547"/>
                  </a:cubicBezTo>
                  <a:cubicBezTo>
                    <a:pt x="165785" y="180533"/>
                    <a:pt x="170249" y="177183"/>
                    <a:pt x="172684" y="172457"/>
                  </a:cubicBezTo>
                  <a:cubicBezTo>
                    <a:pt x="183080" y="153665"/>
                    <a:pt x="185399" y="131452"/>
                    <a:pt x="179094" y="110923"/>
                  </a:cubicBezTo>
                  <a:lnTo>
                    <a:pt x="242609" y="75029"/>
                  </a:lnTo>
                  <a:cubicBezTo>
                    <a:pt x="247049" y="72173"/>
                    <a:pt x="249963" y="67459"/>
                    <a:pt x="250534" y="62209"/>
                  </a:cubicBezTo>
                  <a:cubicBezTo>
                    <a:pt x="251175" y="56976"/>
                    <a:pt x="249468" y="51726"/>
                    <a:pt x="245872" y="47875"/>
                  </a:cubicBezTo>
                  <a:moveTo>
                    <a:pt x="194478" y="36220"/>
                  </a:moveTo>
                  <a:lnTo>
                    <a:pt x="178045" y="60811"/>
                  </a:lnTo>
                  <a:cubicBezTo>
                    <a:pt x="176991" y="62495"/>
                    <a:pt x="175138" y="63509"/>
                    <a:pt x="173151" y="63491"/>
                  </a:cubicBezTo>
                  <a:cubicBezTo>
                    <a:pt x="172014" y="63485"/>
                    <a:pt x="170913" y="63118"/>
                    <a:pt x="170004" y="62442"/>
                  </a:cubicBezTo>
                  <a:cubicBezTo>
                    <a:pt x="167347" y="60665"/>
                    <a:pt x="166618" y="57076"/>
                    <a:pt x="168372" y="54401"/>
                  </a:cubicBezTo>
                  <a:lnTo>
                    <a:pt x="184339" y="29694"/>
                  </a:lnTo>
                  <a:cubicBezTo>
                    <a:pt x="186162" y="27020"/>
                    <a:pt x="189787" y="26297"/>
                    <a:pt x="192496" y="28063"/>
                  </a:cubicBezTo>
                  <a:cubicBezTo>
                    <a:pt x="193854" y="28838"/>
                    <a:pt x="194839" y="30137"/>
                    <a:pt x="195212" y="31658"/>
                  </a:cubicBezTo>
                  <a:cubicBezTo>
                    <a:pt x="195591" y="33179"/>
                    <a:pt x="195323" y="34787"/>
                    <a:pt x="194478" y="36104"/>
                  </a:cubicBezTo>
                  <a:moveTo>
                    <a:pt x="80267" y="155675"/>
                  </a:moveTo>
                  <a:lnTo>
                    <a:pt x="4515" y="231427"/>
                  </a:lnTo>
                  <a:cubicBezTo>
                    <a:pt x="0" y="235972"/>
                    <a:pt x="0" y="243314"/>
                    <a:pt x="4515" y="247859"/>
                  </a:cubicBezTo>
                  <a:cubicBezTo>
                    <a:pt x="6706" y="250068"/>
                    <a:pt x="9684" y="251309"/>
                    <a:pt x="12790" y="251309"/>
                  </a:cubicBezTo>
                  <a:cubicBezTo>
                    <a:pt x="15896" y="251309"/>
                    <a:pt x="18873" y="250068"/>
                    <a:pt x="21064" y="247859"/>
                  </a:cubicBezTo>
                  <a:lnTo>
                    <a:pt x="96816" y="172457"/>
                  </a:lnTo>
                  <a:cubicBezTo>
                    <a:pt x="101332" y="167912"/>
                    <a:pt x="101332" y="160570"/>
                    <a:pt x="96816" y="156025"/>
                  </a:cubicBezTo>
                  <a:cubicBezTo>
                    <a:pt x="94678" y="153770"/>
                    <a:pt x="91723" y="152464"/>
                    <a:pt x="88617" y="152400"/>
                  </a:cubicBezTo>
                  <a:cubicBezTo>
                    <a:pt x="85506" y="152336"/>
                    <a:pt x="82499" y="153513"/>
                    <a:pt x="80267" y="155675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6" name="Rounded Rectangle 27">
              <a:extLst>
                <a:ext uri="{FF2B5EF4-FFF2-40B4-BE49-F238E27FC236}">
                  <a16:creationId xmlns:a16="http://schemas.microsoft.com/office/drawing/2014/main" id="{BD3E4923-77A9-BB50-8E56-5583C9BC085B}"/>
                </a:ext>
              </a:extLst>
            </p:cNvPr>
            <p:cNvSpPr/>
            <p:nvPr/>
          </p:nvSpPr>
          <p:spPr>
            <a:xfrm>
              <a:off x="3960907" y="1463899"/>
              <a:ext cx="251356" cy="250621"/>
            </a:xfrm>
            <a:custGeom>
              <a:avLst/>
              <a:gdLst/>
              <a:ahLst/>
              <a:cxnLst/>
              <a:rect l="0" t="0" r="0" b="0"/>
              <a:pathLst>
                <a:path w="251356" h="250621">
                  <a:moveTo>
                    <a:pt x="179088" y="0"/>
                  </a:moveTo>
                  <a:cubicBezTo>
                    <a:pt x="172649" y="0"/>
                    <a:pt x="167434" y="5215"/>
                    <a:pt x="167434" y="11654"/>
                  </a:cubicBezTo>
                  <a:cubicBezTo>
                    <a:pt x="167434" y="18093"/>
                    <a:pt x="172649" y="23308"/>
                    <a:pt x="179088" y="23308"/>
                  </a:cubicBezTo>
                  <a:lnTo>
                    <a:pt x="210391" y="23308"/>
                  </a:lnTo>
                  <a:lnTo>
                    <a:pt x="160150" y="73537"/>
                  </a:lnTo>
                  <a:cubicBezTo>
                    <a:pt x="125922" y="45567"/>
                    <a:pt x="77045" y="45334"/>
                    <a:pt x="41745" y="72395"/>
                  </a:cubicBezTo>
                  <a:lnTo>
                    <a:pt x="23040" y="53550"/>
                  </a:lnTo>
                  <a:cubicBezTo>
                    <a:pt x="18500" y="48982"/>
                    <a:pt x="11123" y="48958"/>
                    <a:pt x="6555" y="53498"/>
                  </a:cubicBezTo>
                  <a:cubicBezTo>
                    <a:pt x="1987" y="58037"/>
                    <a:pt x="1963" y="65414"/>
                    <a:pt x="6502" y="69982"/>
                  </a:cubicBezTo>
                  <a:lnTo>
                    <a:pt x="178983" y="243629"/>
                  </a:lnTo>
                  <a:cubicBezTo>
                    <a:pt x="183523" y="248197"/>
                    <a:pt x="190906" y="248226"/>
                    <a:pt x="195474" y="243687"/>
                  </a:cubicBezTo>
                  <a:cubicBezTo>
                    <a:pt x="200042" y="239148"/>
                    <a:pt x="200072" y="231765"/>
                    <a:pt x="195532" y="227197"/>
                  </a:cubicBezTo>
                  <a:lnTo>
                    <a:pt x="176769" y="208317"/>
                  </a:lnTo>
                  <a:cubicBezTo>
                    <a:pt x="204040" y="173774"/>
                    <a:pt x="202758" y="125165"/>
                    <a:pt x="176326" y="90354"/>
                  </a:cubicBezTo>
                  <a:lnTo>
                    <a:pt x="228047" y="38621"/>
                  </a:lnTo>
                  <a:lnTo>
                    <a:pt x="228047" y="72255"/>
                  </a:lnTo>
                  <a:cubicBezTo>
                    <a:pt x="228047" y="78694"/>
                    <a:pt x="233262" y="83909"/>
                    <a:pt x="239701" y="83909"/>
                  </a:cubicBezTo>
                  <a:cubicBezTo>
                    <a:pt x="246140" y="83909"/>
                    <a:pt x="251356" y="78694"/>
                    <a:pt x="251356" y="72255"/>
                  </a:cubicBezTo>
                  <a:lnTo>
                    <a:pt x="251356" y="11654"/>
                  </a:lnTo>
                  <a:cubicBezTo>
                    <a:pt x="251356" y="5215"/>
                    <a:pt x="246140" y="0"/>
                    <a:pt x="239701" y="0"/>
                  </a:cubicBezTo>
                  <a:lnTo>
                    <a:pt x="179100" y="0"/>
                  </a:lnTo>
                  <a:moveTo>
                    <a:pt x="160162" y="191617"/>
                  </a:moveTo>
                  <a:lnTo>
                    <a:pt x="58352" y="89107"/>
                  </a:lnTo>
                  <a:cubicBezTo>
                    <a:pt x="87382" y="68631"/>
                    <a:pt x="126773" y="71579"/>
                    <a:pt x="151724" y="97428"/>
                  </a:cubicBezTo>
                  <a:cubicBezTo>
                    <a:pt x="177247" y="123859"/>
                    <a:pt x="180382" y="163623"/>
                    <a:pt x="160162" y="191605"/>
                  </a:cubicBezTo>
                  <a:moveTo>
                    <a:pt x="48317" y="202303"/>
                  </a:moveTo>
                  <a:cubicBezTo>
                    <a:pt x="65332" y="219318"/>
                    <a:pt x="89445" y="226416"/>
                    <a:pt x="112672" y="222372"/>
                  </a:cubicBezTo>
                  <a:cubicBezTo>
                    <a:pt x="118936" y="221434"/>
                    <a:pt x="124798" y="225664"/>
                    <a:pt x="125881" y="231905"/>
                  </a:cubicBezTo>
                  <a:cubicBezTo>
                    <a:pt x="126965" y="238140"/>
                    <a:pt x="122869" y="244101"/>
                    <a:pt x="116657" y="245330"/>
                  </a:cubicBezTo>
                  <a:cubicBezTo>
                    <a:pt x="86275" y="250621"/>
                    <a:pt x="54436" y="241391"/>
                    <a:pt x="31839" y="218782"/>
                  </a:cubicBezTo>
                  <a:cubicBezTo>
                    <a:pt x="9230" y="196173"/>
                    <a:pt x="0" y="164358"/>
                    <a:pt x="5290" y="133964"/>
                  </a:cubicBezTo>
                  <a:cubicBezTo>
                    <a:pt x="5937" y="129797"/>
                    <a:pt x="8781" y="126301"/>
                    <a:pt x="12732" y="124827"/>
                  </a:cubicBezTo>
                  <a:cubicBezTo>
                    <a:pt x="16677" y="123353"/>
                    <a:pt x="21117" y="124122"/>
                    <a:pt x="24339" y="126849"/>
                  </a:cubicBezTo>
                  <a:cubicBezTo>
                    <a:pt x="27556" y="129570"/>
                    <a:pt x="29053" y="133824"/>
                    <a:pt x="28249" y="137961"/>
                  </a:cubicBezTo>
                  <a:cubicBezTo>
                    <a:pt x="24217" y="161176"/>
                    <a:pt x="31302" y="185277"/>
                    <a:pt x="48317" y="202303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7" name="Rounded Rectangle 28">
              <a:extLst>
                <a:ext uri="{FF2B5EF4-FFF2-40B4-BE49-F238E27FC236}">
                  <a16:creationId xmlns:a16="http://schemas.microsoft.com/office/drawing/2014/main" id="{5FA9DFD5-6CBA-B1ED-26E8-8073A3B8E995}"/>
                </a:ext>
              </a:extLst>
            </p:cNvPr>
            <p:cNvSpPr/>
            <p:nvPr/>
          </p:nvSpPr>
          <p:spPr>
            <a:xfrm>
              <a:off x="4927231" y="1435303"/>
              <a:ext cx="279698" cy="279069"/>
            </a:xfrm>
            <a:custGeom>
              <a:avLst/>
              <a:gdLst/>
              <a:ahLst/>
              <a:cxnLst/>
              <a:rect l="0" t="0" r="0" b="0"/>
              <a:pathLst>
                <a:path w="279698" h="279069">
                  <a:moveTo>
                    <a:pt x="262217" y="142133"/>
                  </a:moveTo>
                  <a:lnTo>
                    <a:pt x="17481" y="142133"/>
                  </a:lnTo>
                  <a:cubicBezTo>
                    <a:pt x="7825" y="142133"/>
                    <a:pt x="0" y="149959"/>
                    <a:pt x="0" y="159614"/>
                  </a:cubicBezTo>
                  <a:lnTo>
                    <a:pt x="0" y="217885"/>
                  </a:lnTo>
                  <a:cubicBezTo>
                    <a:pt x="0" y="227540"/>
                    <a:pt x="7825" y="235366"/>
                    <a:pt x="17481" y="235366"/>
                  </a:cubicBezTo>
                  <a:lnTo>
                    <a:pt x="29135" y="235366"/>
                  </a:lnTo>
                  <a:cubicBezTo>
                    <a:pt x="30743" y="235366"/>
                    <a:pt x="32048" y="236671"/>
                    <a:pt x="32048" y="238280"/>
                  </a:cubicBezTo>
                  <a:lnTo>
                    <a:pt x="32048" y="267415"/>
                  </a:lnTo>
                  <a:cubicBezTo>
                    <a:pt x="32048" y="273854"/>
                    <a:pt x="37264" y="279069"/>
                    <a:pt x="43702" y="279069"/>
                  </a:cubicBezTo>
                  <a:cubicBezTo>
                    <a:pt x="50141" y="279069"/>
                    <a:pt x="55357" y="273854"/>
                    <a:pt x="55357" y="267415"/>
                  </a:cubicBezTo>
                  <a:lnTo>
                    <a:pt x="55357" y="238280"/>
                  </a:lnTo>
                  <a:cubicBezTo>
                    <a:pt x="55357" y="236671"/>
                    <a:pt x="56662" y="235366"/>
                    <a:pt x="58270" y="235366"/>
                  </a:cubicBezTo>
                  <a:lnTo>
                    <a:pt x="221428" y="235366"/>
                  </a:lnTo>
                  <a:cubicBezTo>
                    <a:pt x="223036" y="235366"/>
                    <a:pt x="224341" y="236671"/>
                    <a:pt x="224341" y="238280"/>
                  </a:cubicBezTo>
                  <a:lnTo>
                    <a:pt x="224341" y="267415"/>
                  </a:lnTo>
                  <a:cubicBezTo>
                    <a:pt x="224341" y="273854"/>
                    <a:pt x="229556" y="279069"/>
                    <a:pt x="235995" y="279069"/>
                  </a:cubicBezTo>
                  <a:cubicBezTo>
                    <a:pt x="242434" y="279069"/>
                    <a:pt x="247650" y="273854"/>
                    <a:pt x="247650" y="267415"/>
                  </a:cubicBezTo>
                  <a:lnTo>
                    <a:pt x="247650" y="238280"/>
                  </a:lnTo>
                  <a:cubicBezTo>
                    <a:pt x="247650" y="236671"/>
                    <a:pt x="248955" y="235366"/>
                    <a:pt x="250563" y="235366"/>
                  </a:cubicBezTo>
                  <a:lnTo>
                    <a:pt x="262217" y="235366"/>
                  </a:lnTo>
                  <a:cubicBezTo>
                    <a:pt x="271873" y="235366"/>
                    <a:pt x="279698" y="227540"/>
                    <a:pt x="279698" y="217885"/>
                  </a:cubicBezTo>
                  <a:lnTo>
                    <a:pt x="279698" y="159614"/>
                  </a:lnTo>
                  <a:cubicBezTo>
                    <a:pt x="279698" y="149959"/>
                    <a:pt x="271873" y="142133"/>
                    <a:pt x="262217" y="142133"/>
                  </a:cubicBezTo>
                  <a:moveTo>
                    <a:pt x="84026" y="130479"/>
                  </a:moveTo>
                  <a:lnTo>
                    <a:pt x="195672" y="130479"/>
                  </a:lnTo>
                  <a:cubicBezTo>
                    <a:pt x="196715" y="130491"/>
                    <a:pt x="197665" y="129902"/>
                    <a:pt x="198120" y="128964"/>
                  </a:cubicBezTo>
                  <a:cubicBezTo>
                    <a:pt x="198691" y="128078"/>
                    <a:pt x="198691" y="126936"/>
                    <a:pt x="198120" y="126050"/>
                  </a:cubicBezTo>
                  <a:cubicBezTo>
                    <a:pt x="190451" y="113039"/>
                    <a:pt x="178628" y="102981"/>
                    <a:pt x="164556" y="97498"/>
                  </a:cubicBezTo>
                  <a:cubicBezTo>
                    <a:pt x="163647" y="96973"/>
                    <a:pt x="163105" y="95983"/>
                    <a:pt x="163157" y="94934"/>
                  </a:cubicBezTo>
                  <a:cubicBezTo>
                    <a:pt x="163128" y="94037"/>
                    <a:pt x="163518" y="93174"/>
                    <a:pt x="164206" y="92603"/>
                  </a:cubicBezTo>
                  <a:cubicBezTo>
                    <a:pt x="183884" y="81666"/>
                    <a:pt x="193679" y="58806"/>
                    <a:pt x="188033" y="37013"/>
                  </a:cubicBezTo>
                  <a:cubicBezTo>
                    <a:pt x="182381" y="15220"/>
                    <a:pt x="162714" y="0"/>
                    <a:pt x="140199" y="0"/>
                  </a:cubicBezTo>
                  <a:cubicBezTo>
                    <a:pt x="117683" y="0"/>
                    <a:pt x="98016" y="15220"/>
                    <a:pt x="92364" y="37013"/>
                  </a:cubicBezTo>
                  <a:cubicBezTo>
                    <a:pt x="86718" y="58806"/>
                    <a:pt x="96513" y="81666"/>
                    <a:pt x="116191" y="92603"/>
                  </a:cubicBezTo>
                  <a:cubicBezTo>
                    <a:pt x="117182" y="93174"/>
                    <a:pt x="117770" y="94258"/>
                    <a:pt x="117706" y="95400"/>
                  </a:cubicBezTo>
                  <a:cubicBezTo>
                    <a:pt x="117601" y="96507"/>
                    <a:pt x="116879" y="97451"/>
                    <a:pt x="115841" y="97847"/>
                  </a:cubicBezTo>
                  <a:cubicBezTo>
                    <a:pt x="101588" y="103156"/>
                    <a:pt x="89526" y="113085"/>
                    <a:pt x="81578" y="126050"/>
                  </a:cubicBezTo>
                  <a:cubicBezTo>
                    <a:pt x="81007" y="126936"/>
                    <a:pt x="81007" y="128078"/>
                    <a:pt x="81578" y="128964"/>
                  </a:cubicBezTo>
                  <a:cubicBezTo>
                    <a:pt x="82033" y="129902"/>
                    <a:pt x="82983" y="130491"/>
                    <a:pt x="84026" y="130479"/>
                  </a:cubicBezTo>
                  <a:moveTo>
                    <a:pt x="114326" y="48900"/>
                  </a:moveTo>
                  <a:cubicBezTo>
                    <a:pt x="114321" y="46045"/>
                    <a:pt x="114793" y="43207"/>
                    <a:pt x="115725" y="40509"/>
                  </a:cubicBezTo>
                  <a:cubicBezTo>
                    <a:pt x="116022" y="39693"/>
                    <a:pt x="116657" y="39058"/>
                    <a:pt x="117473" y="38761"/>
                  </a:cubicBezTo>
                  <a:cubicBezTo>
                    <a:pt x="118277" y="38347"/>
                    <a:pt x="119233" y="38347"/>
                    <a:pt x="120037" y="38761"/>
                  </a:cubicBezTo>
                  <a:cubicBezTo>
                    <a:pt x="130327" y="45153"/>
                    <a:pt x="142186" y="48580"/>
                    <a:pt x="154300" y="48667"/>
                  </a:cubicBezTo>
                  <a:cubicBezTo>
                    <a:pt x="158210" y="48708"/>
                    <a:pt x="162114" y="48358"/>
                    <a:pt x="165954" y="47618"/>
                  </a:cubicBezTo>
                  <a:cubicBezTo>
                    <a:pt x="166211" y="47490"/>
                    <a:pt x="166514" y="47490"/>
                    <a:pt x="166770" y="47618"/>
                  </a:cubicBezTo>
                  <a:cubicBezTo>
                    <a:pt x="166869" y="47880"/>
                    <a:pt x="166869" y="48172"/>
                    <a:pt x="166770" y="48434"/>
                  </a:cubicBezTo>
                  <a:cubicBezTo>
                    <a:pt x="166770" y="62914"/>
                    <a:pt x="155028" y="74656"/>
                    <a:pt x="140548" y="74656"/>
                  </a:cubicBezTo>
                  <a:cubicBezTo>
                    <a:pt x="126068" y="74656"/>
                    <a:pt x="114326" y="62914"/>
                    <a:pt x="114326" y="48434"/>
                  </a:cubicBezTo>
                  <a:lnTo>
                    <a:pt x="114326" y="48900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8" name="Rounded Rectangle 29">
              <a:extLst>
                <a:ext uri="{FF2B5EF4-FFF2-40B4-BE49-F238E27FC236}">
                  <a16:creationId xmlns:a16="http://schemas.microsoft.com/office/drawing/2014/main" id="{730D0291-89C7-CB48-8689-E24DAEEA477C}"/>
                </a:ext>
              </a:extLst>
            </p:cNvPr>
            <p:cNvSpPr/>
            <p:nvPr/>
          </p:nvSpPr>
          <p:spPr>
            <a:xfrm>
              <a:off x="3954113" y="3502933"/>
              <a:ext cx="268044" cy="244736"/>
            </a:xfrm>
            <a:custGeom>
              <a:avLst/>
              <a:gdLst/>
              <a:ahLst/>
              <a:cxnLst/>
              <a:rect l="0" t="0" r="0" b="0"/>
              <a:pathLst>
                <a:path w="268044" h="244736">
                  <a:moveTo>
                    <a:pt x="32048" y="87405"/>
                  </a:moveTo>
                  <a:cubicBezTo>
                    <a:pt x="31267" y="87370"/>
                    <a:pt x="30504" y="87668"/>
                    <a:pt x="29951" y="88221"/>
                  </a:cubicBezTo>
                  <a:cubicBezTo>
                    <a:pt x="29397" y="88775"/>
                    <a:pt x="29100" y="89538"/>
                    <a:pt x="29135" y="90319"/>
                  </a:cubicBezTo>
                  <a:lnTo>
                    <a:pt x="29135" y="110714"/>
                  </a:lnTo>
                  <a:cubicBezTo>
                    <a:pt x="29135" y="113930"/>
                    <a:pt x="31745" y="116541"/>
                    <a:pt x="34962" y="116541"/>
                  </a:cubicBezTo>
                  <a:lnTo>
                    <a:pt x="67127" y="116541"/>
                  </a:lnTo>
                  <a:cubicBezTo>
                    <a:pt x="68823" y="116523"/>
                    <a:pt x="70437" y="117252"/>
                    <a:pt x="71556" y="118522"/>
                  </a:cubicBezTo>
                  <a:cubicBezTo>
                    <a:pt x="72663" y="119763"/>
                    <a:pt x="73170" y="121418"/>
                    <a:pt x="72954" y="123067"/>
                  </a:cubicBezTo>
                  <a:cubicBezTo>
                    <a:pt x="72896" y="123801"/>
                    <a:pt x="72896" y="124547"/>
                    <a:pt x="72954" y="125281"/>
                  </a:cubicBezTo>
                  <a:cubicBezTo>
                    <a:pt x="72954" y="136545"/>
                    <a:pt x="82085" y="145676"/>
                    <a:pt x="93349" y="145676"/>
                  </a:cubicBezTo>
                  <a:cubicBezTo>
                    <a:pt x="104613" y="145676"/>
                    <a:pt x="113744" y="136545"/>
                    <a:pt x="113744" y="125281"/>
                  </a:cubicBezTo>
                  <a:cubicBezTo>
                    <a:pt x="113802" y="124547"/>
                    <a:pt x="113802" y="123801"/>
                    <a:pt x="113744" y="123067"/>
                  </a:cubicBezTo>
                  <a:cubicBezTo>
                    <a:pt x="113528" y="121418"/>
                    <a:pt x="114035" y="119763"/>
                    <a:pt x="115142" y="118522"/>
                  </a:cubicBezTo>
                  <a:cubicBezTo>
                    <a:pt x="116261" y="117252"/>
                    <a:pt x="117875" y="116523"/>
                    <a:pt x="119571" y="116541"/>
                  </a:cubicBezTo>
                  <a:lnTo>
                    <a:pt x="137168" y="116541"/>
                  </a:lnTo>
                  <a:cubicBezTo>
                    <a:pt x="140385" y="116541"/>
                    <a:pt x="142996" y="113930"/>
                    <a:pt x="142996" y="110714"/>
                  </a:cubicBezTo>
                  <a:lnTo>
                    <a:pt x="142996" y="98011"/>
                  </a:lnTo>
                  <a:cubicBezTo>
                    <a:pt x="143007" y="95342"/>
                    <a:pt x="141172" y="93017"/>
                    <a:pt x="138567" y="92417"/>
                  </a:cubicBezTo>
                  <a:cubicBezTo>
                    <a:pt x="123073" y="89521"/>
                    <a:pt x="111990" y="75786"/>
                    <a:pt x="112427" y="60030"/>
                  </a:cubicBezTo>
                  <a:cubicBezTo>
                    <a:pt x="112858" y="44273"/>
                    <a:pt x="124687" y="31174"/>
                    <a:pt x="140315" y="29135"/>
                  </a:cubicBezTo>
                  <a:cubicBezTo>
                    <a:pt x="141714" y="28861"/>
                    <a:pt x="142733" y="27649"/>
                    <a:pt x="142762" y="26221"/>
                  </a:cubicBezTo>
                  <a:lnTo>
                    <a:pt x="142762" y="0"/>
                  </a:lnTo>
                  <a:lnTo>
                    <a:pt x="40789" y="0"/>
                  </a:lnTo>
                  <a:cubicBezTo>
                    <a:pt x="34350" y="0"/>
                    <a:pt x="29135" y="5215"/>
                    <a:pt x="29135" y="11654"/>
                  </a:cubicBezTo>
                  <a:lnTo>
                    <a:pt x="29135" y="32048"/>
                  </a:lnTo>
                  <a:cubicBezTo>
                    <a:pt x="29135" y="33657"/>
                    <a:pt x="30440" y="34962"/>
                    <a:pt x="32048" y="34962"/>
                  </a:cubicBezTo>
                  <a:cubicBezTo>
                    <a:pt x="46529" y="34962"/>
                    <a:pt x="58270" y="46703"/>
                    <a:pt x="58270" y="61184"/>
                  </a:cubicBezTo>
                  <a:cubicBezTo>
                    <a:pt x="58270" y="75664"/>
                    <a:pt x="46529" y="87405"/>
                    <a:pt x="32048" y="87405"/>
                  </a:cubicBezTo>
                  <a:moveTo>
                    <a:pt x="160244" y="0"/>
                  </a:moveTo>
                  <a:cubicBezTo>
                    <a:pt x="157027" y="0"/>
                    <a:pt x="154417" y="2610"/>
                    <a:pt x="154417" y="5827"/>
                  </a:cubicBezTo>
                  <a:lnTo>
                    <a:pt x="154417" y="35078"/>
                  </a:lnTo>
                  <a:cubicBezTo>
                    <a:pt x="154434" y="36774"/>
                    <a:pt x="153706" y="38388"/>
                    <a:pt x="152435" y="39507"/>
                  </a:cubicBezTo>
                  <a:cubicBezTo>
                    <a:pt x="151194" y="40614"/>
                    <a:pt x="149539" y="41121"/>
                    <a:pt x="147890" y="40905"/>
                  </a:cubicBezTo>
                  <a:cubicBezTo>
                    <a:pt x="140129" y="40072"/>
                    <a:pt x="132571" y="43743"/>
                    <a:pt x="128428" y="50363"/>
                  </a:cubicBezTo>
                  <a:cubicBezTo>
                    <a:pt x="124285" y="56982"/>
                    <a:pt x="124285" y="65385"/>
                    <a:pt x="128428" y="72004"/>
                  </a:cubicBezTo>
                  <a:cubicBezTo>
                    <a:pt x="132571" y="78624"/>
                    <a:pt x="140129" y="82295"/>
                    <a:pt x="147890" y="81462"/>
                  </a:cubicBezTo>
                  <a:cubicBezTo>
                    <a:pt x="149499" y="81246"/>
                    <a:pt x="151124" y="81759"/>
                    <a:pt x="152319" y="82860"/>
                  </a:cubicBezTo>
                  <a:cubicBezTo>
                    <a:pt x="153589" y="83979"/>
                    <a:pt x="154317" y="85593"/>
                    <a:pt x="154300" y="87289"/>
                  </a:cubicBezTo>
                  <a:lnTo>
                    <a:pt x="154300" y="110597"/>
                  </a:lnTo>
                  <a:cubicBezTo>
                    <a:pt x="154300" y="113814"/>
                    <a:pt x="156911" y="116424"/>
                    <a:pt x="160127" y="116424"/>
                  </a:cubicBezTo>
                  <a:lnTo>
                    <a:pt x="169917" y="116424"/>
                  </a:lnTo>
                  <a:cubicBezTo>
                    <a:pt x="172585" y="116436"/>
                    <a:pt x="174910" y="114600"/>
                    <a:pt x="175511" y="111996"/>
                  </a:cubicBezTo>
                  <a:cubicBezTo>
                    <a:pt x="178855" y="97445"/>
                    <a:pt x="191809" y="87132"/>
                    <a:pt x="206744" y="87132"/>
                  </a:cubicBezTo>
                  <a:cubicBezTo>
                    <a:pt x="221678" y="87132"/>
                    <a:pt x="234632" y="97445"/>
                    <a:pt x="237977" y="111996"/>
                  </a:cubicBezTo>
                  <a:cubicBezTo>
                    <a:pt x="238577" y="114600"/>
                    <a:pt x="240902" y="116436"/>
                    <a:pt x="243571" y="116424"/>
                  </a:cubicBezTo>
                  <a:lnTo>
                    <a:pt x="262217" y="116424"/>
                  </a:lnTo>
                  <a:cubicBezTo>
                    <a:pt x="265434" y="116424"/>
                    <a:pt x="268044" y="113814"/>
                    <a:pt x="268044" y="110597"/>
                  </a:cubicBezTo>
                  <a:lnTo>
                    <a:pt x="268044" y="11654"/>
                  </a:lnTo>
                  <a:cubicBezTo>
                    <a:pt x="268044" y="5215"/>
                    <a:pt x="262829" y="0"/>
                    <a:pt x="256390" y="0"/>
                  </a:cubicBezTo>
                  <a:lnTo>
                    <a:pt x="235995" y="0"/>
                  </a:lnTo>
                  <a:cubicBezTo>
                    <a:pt x="234387" y="0"/>
                    <a:pt x="233082" y="1305"/>
                    <a:pt x="233082" y="2913"/>
                  </a:cubicBezTo>
                  <a:cubicBezTo>
                    <a:pt x="233082" y="17393"/>
                    <a:pt x="221340" y="29135"/>
                    <a:pt x="206860" y="29135"/>
                  </a:cubicBezTo>
                  <a:cubicBezTo>
                    <a:pt x="192380" y="29135"/>
                    <a:pt x="180638" y="17393"/>
                    <a:pt x="180638" y="2913"/>
                  </a:cubicBezTo>
                  <a:cubicBezTo>
                    <a:pt x="180615" y="2144"/>
                    <a:pt x="180324" y="1398"/>
                    <a:pt x="179823" y="815"/>
                  </a:cubicBezTo>
                  <a:cubicBezTo>
                    <a:pt x="179240" y="314"/>
                    <a:pt x="178494" y="23"/>
                    <a:pt x="177725" y="0"/>
                  </a:cubicBezTo>
                  <a:lnTo>
                    <a:pt x="160244" y="0"/>
                  </a:lnTo>
                  <a:moveTo>
                    <a:pt x="142762" y="209657"/>
                  </a:moveTo>
                  <a:cubicBezTo>
                    <a:pt x="142745" y="207961"/>
                    <a:pt x="143473" y="206347"/>
                    <a:pt x="144744" y="205229"/>
                  </a:cubicBezTo>
                  <a:cubicBezTo>
                    <a:pt x="145961" y="204168"/>
                    <a:pt x="147581" y="203702"/>
                    <a:pt x="149172" y="203947"/>
                  </a:cubicBezTo>
                  <a:cubicBezTo>
                    <a:pt x="156934" y="204780"/>
                    <a:pt x="164492" y="201109"/>
                    <a:pt x="168635" y="194489"/>
                  </a:cubicBezTo>
                  <a:cubicBezTo>
                    <a:pt x="172778" y="187870"/>
                    <a:pt x="172778" y="179467"/>
                    <a:pt x="168635" y="172848"/>
                  </a:cubicBezTo>
                  <a:cubicBezTo>
                    <a:pt x="164492" y="166228"/>
                    <a:pt x="156934" y="162557"/>
                    <a:pt x="149172" y="163390"/>
                  </a:cubicBezTo>
                  <a:cubicBezTo>
                    <a:pt x="147535" y="163536"/>
                    <a:pt x="145903" y="163035"/>
                    <a:pt x="144627" y="161992"/>
                  </a:cubicBezTo>
                  <a:cubicBezTo>
                    <a:pt x="143357" y="160873"/>
                    <a:pt x="142628" y="159259"/>
                    <a:pt x="142646" y="157563"/>
                  </a:cubicBezTo>
                  <a:lnTo>
                    <a:pt x="142646" y="134022"/>
                  </a:lnTo>
                  <a:cubicBezTo>
                    <a:pt x="142646" y="130805"/>
                    <a:pt x="140035" y="128195"/>
                    <a:pt x="136819" y="128195"/>
                  </a:cubicBezTo>
                  <a:lnTo>
                    <a:pt x="129943" y="128195"/>
                  </a:lnTo>
                  <a:cubicBezTo>
                    <a:pt x="127274" y="128183"/>
                    <a:pt x="124949" y="130019"/>
                    <a:pt x="124349" y="132623"/>
                  </a:cubicBezTo>
                  <a:cubicBezTo>
                    <a:pt x="121004" y="147174"/>
                    <a:pt x="108051" y="157487"/>
                    <a:pt x="93116" y="157487"/>
                  </a:cubicBezTo>
                  <a:cubicBezTo>
                    <a:pt x="78181" y="157487"/>
                    <a:pt x="65228" y="147174"/>
                    <a:pt x="61883" y="132623"/>
                  </a:cubicBezTo>
                  <a:cubicBezTo>
                    <a:pt x="61283" y="130019"/>
                    <a:pt x="58958" y="128183"/>
                    <a:pt x="56289" y="128195"/>
                  </a:cubicBezTo>
                  <a:lnTo>
                    <a:pt x="34962" y="128195"/>
                  </a:lnTo>
                  <a:cubicBezTo>
                    <a:pt x="31745" y="128195"/>
                    <a:pt x="29135" y="130805"/>
                    <a:pt x="29135" y="134022"/>
                  </a:cubicBezTo>
                  <a:lnTo>
                    <a:pt x="29135" y="154417"/>
                  </a:lnTo>
                  <a:cubicBezTo>
                    <a:pt x="29135" y="156025"/>
                    <a:pt x="27830" y="157330"/>
                    <a:pt x="26221" y="157330"/>
                  </a:cubicBezTo>
                  <a:cubicBezTo>
                    <a:pt x="11741" y="157330"/>
                    <a:pt x="0" y="169072"/>
                    <a:pt x="0" y="183552"/>
                  </a:cubicBezTo>
                  <a:cubicBezTo>
                    <a:pt x="0" y="198032"/>
                    <a:pt x="11741" y="209774"/>
                    <a:pt x="26221" y="209774"/>
                  </a:cubicBezTo>
                  <a:cubicBezTo>
                    <a:pt x="26990" y="209797"/>
                    <a:pt x="27736" y="210088"/>
                    <a:pt x="28319" y="210589"/>
                  </a:cubicBezTo>
                  <a:cubicBezTo>
                    <a:pt x="28820" y="211172"/>
                    <a:pt x="29111" y="211918"/>
                    <a:pt x="29135" y="212687"/>
                  </a:cubicBezTo>
                  <a:lnTo>
                    <a:pt x="29135" y="233082"/>
                  </a:lnTo>
                  <a:cubicBezTo>
                    <a:pt x="29135" y="239521"/>
                    <a:pt x="34350" y="244736"/>
                    <a:pt x="40789" y="244736"/>
                  </a:cubicBezTo>
                  <a:lnTo>
                    <a:pt x="142762" y="244736"/>
                  </a:lnTo>
                  <a:lnTo>
                    <a:pt x="142762" y="209657"/>
                  </a:lnTo>
                  <a:moveTo>
                    <a:pt x="232965" y="128195"/>
                  </a:moveTo>
                  <a:cubicBezTo>
                    <a:pt x="231270" y="128212"/>
                    <a:pt x="229656" y="127484"/>
                    <a:pt x="228537" y="126214"/>
                  </a:cubicBezTo>
                  <a:cubicBezTo>
                    <a:pt x="227430" y="124972"/>
                    <a:pt x="226923" y="123318"/>
                    <a:pt x="227138" y="121668"/>
                  </a:cubicBezTo>
                  <a:cubicBezTo>
                    <a:pt x="227197" y="120934"/>
                    <a:pt x="227197" y="120188"/>
                    <a:pt x="227138" y="119454"/>
                  </a:cubicBezTo>
                  <a:cubicBezTo>
                    <a:pt x="227138" y="108191"/>
                    <a:pt x="218007" y="99060"/>
                    <a:pt x="206744" y="99060"/>
                  </a:cubicBezTo>
                  <a:cubicBezTo>
                    <a:pt x="195480" y="99060"/>
                    <a:pt x="186349" y="108191"/>
                    <a:pt x="186349" y="119454"/>
                  </a:cubicBezTo>
                  <a:cubicBezTo>
                    <a:pt x="186291" y="120188"/>
                    <a:pt x="186291" y="120934"/>
                    <a:pt x="186349" y="121668"/>
                  </a:cubicBezTo>
                  <a:cubicBezTo>
                    <a:pt x="186564" y="123318"/>
                    <a:pt x="186057" y="124972"/>
                    <a:pt x="184950" y="126214"/>
                  </a:cubicBezTo>
                  <a:cubicBezTo>
                    <a:pt x="183832" y="127484"/>
                    <a:pt x="182217" y="128212"/>
                    <a:pt x="180522" y="128195"/>
                  </a:cubicBezTo>
                  <a:lnTo>
                    <a:pt x="160244" y="128195"/>
                  </a:lnTo>
                  <a:cubicBezTo>
                    <a:pt x="157027" y="128195"/>
                    <a:pt x="154417" y="130805"/>
                    <a:pt x="154417" y="134022"/>
                  </a:cubicBezTo>
                  <a:lnTo>
                    <a:pt x="154417" y="146725"/>
                  </a:lnTo>
                  <a:cubicBezTo>
                    <a:pt x="154405" y="149394"/>
                    <a:pt x="156240" y="151719"/>
                    <a:pt x="158845" y="152319"/>
                  </a:cubicBezTo>
                  <a:cubicBezTo>
                    <a:pt x="173395" y="155664"/>
                    <a:pt x="183709" y="168617"/>
                    <a:pt x="183709" y="183552"/>
                  </a:cubicBezTo>
                  <a:cubicBezTo>
                    <a:pt x="183709" y="198487"/>
                    <a:pt x="173395" y="211440"/>
                    <a:pt x="158845" y="214785"/>
                  </a:cubicBezTo>
                  <a:cubicBezTo>
                    <a:pt x="156240" y="215385"/>
                    <a:pt x="154405" y="217710"/>
                    <a:pt x="154417" y="220379"/>
                  </a:cubicBezTo>
                  <a:lnTo>
                    <a:pt x="154417" y="238909"/>
                  </a:lnTo>
                  <a:cubicBezTo>
                    <a:pt x="154417" y="242125"/>
                    <a:pt x="157027" y="244736"/>
                    <a:pt x="160244" y="244736"/>
                  </a:cubicBezTo>
                  <a:lnTo>
                    <a:pt x="256390" y="244736"/>
                  </a:lnTo>
                  <a:cubicBezTo>
                    <a:pt x="262829" y="244736"/>
                    <a:pt x="268044" y="239521"/>
                    <a:pt x="268044" y="233082"/>
                  </a:cubicBezTo>
                  <a:lnTo>
                    <a:pt x="268044" y="134022"/>
                  </a:lnTo>
                  <a:cubicBezTo>
                    <a:pt x="268044" y="130805"/>
                    <a:pt x="265434" y="128195"/>
                    <a:pt x="262217" y="128195"/>
                  </a:cubicBezTo>
                  <a:lnTo>
                    <a:pt x="232965" y="128195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200" b="1">
                <a:latin typeface="Bahnschrift" panose="020B0502040204020203" pitchFamily="34" charset="0"/>
              </a:endParaRP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A571FB02-7E8B-EC4E-1974-334818A2CA35}"/>
                </a:ext>
              </a:extLst>
            </p:cNvPr>
            <p:cNvSpPr txBox="1"/>
            <p:nvPr/>
          </p:nvSpPr>
          <p:spPr>
            <a:xfrm>
              <a:off x="5288509" y="1931955"/>
              <a:ext cx="8576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Data Privacy
Measures</a:t>
              </a: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56EC46EC-E88F-2BE0-D0F3-C5DC74FECE02}"/>
                </a:ext>
              </a:extLst>
            </p:cNvPr>
            <p:cNvSpPr txBox="1"/>
            <p:nvPr/>
          </p:nvSpPr>
          <p:spPr>
            <a:xfrm>
              <a:off x="3211065" y="1909053"/>
              <a:ext cx="655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Privacy
Concerns</a:t>
              </a: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DE65A98-1A40-9FA5-E810-62025938ED4D}"/>
                </a:ext>
              </a:extLst>
            </p:cNvPr>
            <p:cNvSpPr txBox="1"/>
            <p:nvPr/>
          </p:nvSpPr>
          <p:spPr>
            <a:xfrm>
              <a:off x="4863248" y="5532285"/>
              <a:ext cx="16398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484848"/>
                  </a:solidFill>
                  <a:latin typeface="Bahnschrift" panose="020B0502040204020203" pitchFamily="34" charset="0"/>
                </a:rPr>
                <a:t>Strategies to overcome </a:t>
              </a:r>
              <a:br>
                <a:rPr lang="en-US" sz="1200" b="0" dirty="0">
                  <a:solidFill>
                    <a:srgbClr val="484848"/>
                  </a:solidFill>
                  <a:latin typeface="Bahnschrift" panose="020B0502040204020203" pitchFamily="34" charset="0"/>
                </a:rPr>
              </a:br>
              <a:r>
                <a:rPr lang="en-US" sz="1200" b="0" dirty="0">
                  <a:solidFill>
                    <a:srgbClr val="484848"/>
                  </a:solidFill>
                  <a:latin typeface="Bahnschrift" panose="020B0502040204020203" pitchFamily="34" charset="0"/>
                </a:rPr>
                <a:t>these challenges</a:t>
              </a:r>
              <a:endParaRPr sz="1200" b="0" dirty="0">
                <a:solidFill>
                  <a:srgbClr val="484848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8EA1F6DF-464D-056F-297C-0CEA73A81642}"/>
                </a:ext>
              </a:extLst>
            </p:cNvPr>
            <p:cNvSpPr txBox="1"/>
            <p:nvPr/>
          </p:nvSpPr>
          <p:spPr>
            <a:xfrm>
              <a:off x="5288509" y="2421428"/>
              <a:ext cx="9601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Infrastructure
Solutions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12D5535-6AC3-ACA7-9FE9-5C5EB122F177}"/>
                </a:ext>
              </a:extLst>
            </p:cNvPr>
            <p:cNvSpPr txBox="1"/>
            <p:nvPr/>
          </p:nvSpPr>
          <p:spPr>
            <a:xfrm>
              <a:off x="3033137" y="2437853"/>
              <a:ext cx="8335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Network
Dependency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88CAF355-1893-94BA-F87F-9C2E78415314}"/>
                </a:ext>
              </a:extLst>
            </p:cNvPr>
            <p:cNvSpPr txBox="1"/>
            <p:nvPr/>
          </p:nvSpPr>
          <p:spPr>
            <a:xfrm>
              <a:off x="5288509" y="2910901"/>
              <a:ext cx="884858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Alert
Management
Systems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C3B6ED39-FD39-F99D-59D2-5FDCF32449B0}"/>
                </a:ext>
              </a:extLst>
            </p:cNvPr>
            <p:cNvSpPr txBox="1"/>
            <p:nvPr/>
          </p:nvSpPr>
          <p:spPr>
            <a:xfrm>
              <a:off x="2949793" y="3045256"/>
              <a:ext cx="91691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False Alarms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F85C0E34-F659-1E1F-6F4D-57CF55E94F8F}"/>
                </a:ext>
              </a:extLst>
            </p:cNvPr>
            <p:cNvSpPr txBox="1"/>
            <p:nvPr/>
          </p:nvSpPr>
          <p:spPr>
            <a:xfrm>
              <a:off x="5288509" y="3540223"/>
              <a:ext cx="9056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Standardized
APIs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1FC7B260-A1EA-120B-EC4C-DA164C802E48}"/>
                </a:ext>
              </a:extLst>
            </p:cNvPr>
            <p:cNvSpPr txBox="1"/>
            <p:nvPr/>
          </p:nvSpPr>
          <p:spPr>
            <a:xfrm>
              <a:off x="2821547" y="3493261"/>
              <a:ext cx="10451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Heterogeneous
Systems</a:t>
              </a: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A84A6CDB-F141-AD1C-0398-3E96C450D206}"/>
                </a:ext>
              </a:extLst>
            </p:cNvPr>
            <p:cNvSpPr txBox="1"/>
            <p:nvPr/>
          </p:nvSpPr>
          <p:spPr>
            <a:xfrm>
              <a:off x="5288509" y="4029638"/>
              <a:ext cx="102752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Stable Funding</a:t>
              </a: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F24C3B51-52F5-FE3D-8688-26A545F24E2E}"/>
                </a:ext>
              </a:extLst>
            </p:cNvPr>
            <p:cNvSpPr txBox="1"/>
            <p:nvPr/>
          </p:nvSpPr>
          <p:spPr>
            <a:xfrm>
              <a:off x="2832746" y="4071166"/>
              <a:ext cx="103393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Skilled DevOps</a:t>
              </a: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4A79514E-3660-ABC3-A19A-8C56DB96827E}"/>
                </a:ext>
              </a:extLst>
            </p:cNvPr>
            <p:cNvSpPr txBox="1"/>
            <p:nvPr/>
          </p:nvSpPr>
          <p:spPr>
            <a:xfrm>
              <a:off x="2816751" y="4420788"/>
              <a:ext cx="104996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484848"/>
                  </a:solidFill>
                  <a:latin typeface="Bahnschrift" panose="020B0502040204020203" pitchFamily="34" charset="0"/>
                </a:rPr>
                <a:t>Changing Laws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C195B2E0-172C-CFB1-226B-E95F1DDFDF35}"/>
                </a:ext>
              </a:extLst>
            </p:cNvPr>
            <p:cNvSpPr txBox="1"/>
            <p:nvPr/>
          </p:nvSpPr>
          <p:spPr>
            <a:xfrm>
              <a:off x="5288509" y="4379320"/>
              <a:ext cx="85440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Adaptive
Architecture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DDB33076-D1BF-7F80-749B-16F63E36E66E}"/>
                </a:ext>
              </a:extLst>
            </p:cNvPr>
            <p:cNvSpPr txBox="1"/>
            <p:nvPr/>
          </p:nvSpPr>
          <p:spPr>
            <a:xfrm>
              <a:off x="3045944" y="4868734"/>
              <a:ext cx="82073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Biased Data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2A05AF18-C5AA-A31E-2EC4-6E84D992655D}"/>
                </a:ext>
              </a:extLst>
            </p:cNvPr>
            <p:cNvSpPr txBox="1"/>
            <p:nvPr/>
          </p:nvSpPr>
          <p:spPr>
            <a:xfrm>
              <a:off x="5288509" y="4868734"/>
              <a:ext cx="10195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Model Auditing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5B17AA1-CD34-62FB-7822-B6E286DCB953}"/>
                </a:ext>
              </a:extLst>
            </p:cNvPr>
            <p:cNvSpPr txBox="1"/>
            <p:nvPr/>
          </p:nvSpPr>
          <p:spPr>
            <a:xfrm>
              <a:off x="3111668" y="1458911"/>
              <a:ext cx="7550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Change
Resistance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4C8ADDA1-B094-81B4-763E-4F21261CA626}"/>
                </a:ext>
              </a:extLst>
            </p:cNvPr>
            <p:cNvSpPr txBox="1"/>
            <p:nvPr/>
          </p:nvSpPr>
          <p:spPr>
            <a:xfrm>
              <a:off x="5288509" y="1442482"/>
              <a:ext cx="9762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Bahnschrift" panose="020B0502040204020203" pitchFamily="34" charset="0"/>
                </a:rPr>
                <a:t>User Adoption
Strategies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7C670AC2-2FBD-0E59-E731-8D49DA3EA3F1}"/>
                </a:ext>
              </a:extLst>
            </p:cNvPr>
            <p:cNvSpPr txBox="1"/>
            <p:nvPr/>
          </p:nvSpPr>
          <p:spPr>
            <a:xfrm>
              <a:off x="2933431" y="5597117"/>
              <a:ext cx="133049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484848"/>
                  </a:solidFill>
                  <a:latin typeface="Bahnschrift" panose="020B0502040204020203" pitchFamily="34" charset="0"/>
                </a:rPr>
                <a:t>Challenges &amp; Risks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A63D005-73E5-CE79-3E65-9F522D71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217">
            <a:extLst>
              <a:ext uri="{FF2B5EF4-FFF2-40B4-BE49-F238E27FC236}">
                <a16:creationId xmlns:a16="http://schemas.microsoft.com/office/drawing/2014/main" id="{2D508CF7-D92D-3EFB-F918-5626B4E6EC8F}"/>
              </a:ext>
            </a:extLst>
          </p:cNvPr>
          <p:cNvSpPr/>
          <p:nvPr/>
        </p:nvSpPr>
        <p:spPr>
          <a:xfrm>
            <a:off x="9653640" y="1152807"/>
            <a:ext cx="2007416" cy="517479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D8A246ED-E279-FFC9-50F6-9CEBE144E2FF}"/>
              </a:ext>
            </a:extLst>
          </p:cNvPr>
          <p:cNvSpPr/>
          <p:nvPr/>
        </p:nvSpPr>
        <p:spPr>
          <a:xfrm>
            <a:off x="6272981" y="1152808"/>
            <a:ext cx="2007416" cy="517479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40" name="Google Shape;140;p17">
            <a:extLst>
              <a:ext uri="{FF2B5EF4-FFF2-40B4-BE49-F238E27FC236}">
                <a16:creationId xmlns:a16="http://schemas.microsoft.com/office/drawing/2014/main" id="{2649937B-3346-09A2-7C9E-89B7540886C6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400" b="0" i="0" u="none" strike="noStrike" cap="none">
              <a:solidFill>
                <a:srgbClr val="953734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B7BC4C5E-9BC3-78F4-B522-A5AD7E61B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256" y="980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Bahnschrift" panose="020B0502040204020203" pitchFamily="34" charset="0"/>
                <a:ea typeface="Times New Roman"/>
                <a:cs typeface="Times New Roman"/>
                <a:sym typeface="Times New Roman"/>
              </a:rPr>
              <a:t>IMPACT AND BENEFITS</a:t>
            </a:r>
            <a:endParaRPr sz="5400" dirty="0">
              <a:latin typeface="Bahnschrift" panose="020B0502040204020203" pitchFamily="34" charset="0"/>
            </a:endParaRPr>
          </a:p>
        </p:txBody>
      </p:sp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E9E73C95-D31A-A3B2-8F96-FDB8E77070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16256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Bahnschrift" panose="020B0502040204020203" pitchFamily="34" charset="0"/>
                <a:sym typeface="Oswald"/>
              </a:rPr>
              <a:t>5</a:t>
            </a:fld>
            <a:endParaRPr sz="1600" b="1" i="0" u="none" strike="noStrike" cap="none">
              <a:solidFill>
                <a:srgbClr val="FFFFFF"/>
              </a:solidFill>
              <a:latin typeface="Bahnschrift" panose="020B0502040204020203" pitchFamily="34" charset="0"/>
              <a:sym typeface="Oswald"/>
            </a:endParaRPr>
          </a:p>
        </p:txBody>
      </p:sp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06D87D1E-99CC-A847-E1DF-293A5031E4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600" b="0" i="0" u="none" strike="noStrike" cap="none" dirty="0">
                <a:solidFill>
                  <a:srgbClr val="FFFFFF"/>
                </a:solidFill>
                <a:latin typeface="Bahnschrift" panose="020B0502040204020203" pitchFamily="34" charset="0"/>
                <a:sym typeface="Oswald"/>
              </a:rPr>
              <a:t>@SIH Idea submission- Template</a:t>
            </a:r>
            <a:endParaRPr sz="1600" b="0" i="0" u="none" strike="noStrike" cap="none" dirty="0">
              <a:solidFill>
                <a:srgbClr val="FFFFFF"/>
              </a:solidFill>
              <a:latin typeface="Bahnschrift" panose="020B0502040204020203" pitchFamily="34" charset="0"/>
              <a:sym typeface="Oswald"/>
            </a:endParaRPr>
          </a:p>
        </p:txBody>
      </p:sp>
      <p:pic>
        <p:nvPicPr>
          <p:cNvPr id="144" name="Google Shape;144;p17" descr="https://www.sih.gov.in/img1/SIH-Logo.png">
            <a:extLst>
              <a:ext uri="{FF2B5EF4-FFF2-40B4-BE49-F238E27FC236}">
                <a16:creationId xmlns:a16="http://schemas.microsoft.com/office/drawing/2014/main" id="{D192F468-4CC5-9052-3C06-38B433B7BC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 descr="Your startup LOGO">
            <a:extLst>
              <a:ext uri="{FF2B5EF4-FFF2-40B4-BE49-F238E27FC236}">
                <a16:creationId xmlns:a16="http://schemas.microsoft.com/office/drawing/2014/main" id="{C0AA08B8-52DE-BF17-C4D3-92578AA48B5B}"/>
              </a:ext>
            </a:extLst>
          </p:cNvPr>
          <p:cNvSpPr/>
          <p:nvPr/>
        </p:nvSpPr>
        <p:spPr>
          <a:xfrm>
            <a:off x="329775" y="252250"/>
            <a:ext cx="16461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Bahnschrift" panose="020B0502040204020203" pitchFamily="34" charset="0"/>
                <a:ea typeface="Calibri"/>
                <a:cs typeface="Calibri"/>
                <a:sym typeface="Calibri"/>
              </a:rPr>
              <a:t>Stakelock</a:t>
            </a:r>
            <a:endParaRPr sz="1600" b="0" i="0" u="none" strike="noStrike" cap="none" dirty="0">
              <a:solidFill>
                <a:schemeClr val="dk1"/>
              </a:solidFill>
              <a:latin typeface="Bahnschrift" panose="020B0502040204020203" pitchFamily="34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B15C03-F624-59AF-5BBC-F32C63E4A58B}"/>
              </a:ext>
            </a:extLst>
          </p:cNvPr>
          <p:cNvGrpSpPr/>
          <p:nvPr/>
        </p:nvGrpSpPr>
        <p:grpSpPr>
          <a:xfrm>
            <a:off x="9716205" y="1269017"/>
            <a:ext cx="1999353" cy="4937622"/>
            <a:chOff x="5478311" y="1214513"/>
            <a:chExt cx="1999353" cy="4937622"/>
          </a:xfrm>
        </p:grpSpPr>
        <p:sp>
          <p:nvSpPr>
            <p:cNvPr id="3" name="Rounded Rectangle 17">
              <a:extLst>
                <a:ext uri="{FF2B5EF4-FFF2-40B4-BE49-F238E27FC236}">
                  <a16:creationId xmlns:a16="http://schemas.microsoft.com/office/drawing/2014/main" id="{0469A4A7-97A0-AEE1-14E7-C68B41C73B69}"/>
                </a:ext>
              </a:extLst>
            </p:cNvPr>
            <p:cNvSpPr/>
            <p:nvPr/>
          </p:nvSpPr>
          <p:spPr>
            <a:xfrm>
              <a:off x="5808835" y="1214513"/>
              <a:ext cx="5503" cy="528320"/>
            </a:xfrm>
            <a:custGeom>
              <a:avLst/>
              <a:gdLst/>
              <a:ahLst/>
              <a:cxnLst/>
              <a:rect l="0" t="0" r="0" b="0"/>
              <a:pathLst>
                <a:path w="5503"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" name="Rounded Rectangle 18">
              <a:extLst>
                <a:ext uri="{FF2B5EF4-FFF2-40B4-BE49-F238E27FC236}">
                  <a16:creationId xmlns:a16="http://schemas.microsoft.com/office/drawing/2014/main" id="{95521FE7-DEFA-B4B5-07A3-9CFF7892B211}"/>
                </a:ext>
              </a:extLst>
            </p:cNvPr>
            <p:cNvSpPr/>
            <p:nvPr/>
          </p:nvSpPr>
          <p:spPr>
            <a:xfrm>
              <a:off x="5808835" y="1874913"/>
              <a:ext cx="5503" cy="396239"/>
            </a:xfrm>
            <a:custGeom>
              <a:avLst/>
              <a:gdLst/>
              <a:ahLst/>
              <a:cxnLst/>
              <a:rect l="0" t="0" r="0" b="0"/>
              <a:pathLst>
                <a:path w="5503"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5" name="Rounded Rectangle 19">
              <a:extLst>
                <a:ext uri="{FF2B5EF4-FFF2-40B4-BE49-F238E27FC236}">
                  <a16:creationId xmlns:a16="http://schemas.microsoft.com/office/drawing/2014/main" id="{504CAF83-0F5C-FA3D-BA81-C454B1F24408}"/>
                </a:ext>
              </a:extLst>
            </p:cNvPr>
            <p:cNvSpPr/>
            <p:nvPr/>
          </p:nvSpPr>
          <p:spPr>
            <a:xfrm>
              <a:off x="5808835" y="2403233"/>
              <a:ext cx="5503" cy="528320"/>
            </a:xfrm>
            <a:custGeom>
              <a:avLst/>
              <a:gdLst/>
              <a:ahLst/>
              <a:cxnLst/>
              <a:rect l="0" t="0" r="0" b="0"/>
              <a:pathLst>
                <a:path w="5503"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7" name="Rounded Rectangle 20">
              <a:extLst>
                <a:ext uri="{FF2B5EF4-FFF2-40B4-BE49-F238E27FC236}">
                  <a16:creationId xmlns:a16="http://schemas.microsoft.com/office/drawing/2014/main" id="{DE715369-CAF6-FABC-600E-DFDE9DD68ECF}"/>
                </a:ext>
              </a:extLst>
            </p:cNvPr>
            <p:cNvSpPr/>
            <p:nvPr/>
          </p:nvSpPr>
          <p:spPr>
            <a:xfrm>
              <a:off x="5808835" y="3063633"/>
              <a:ext cx="5503" cy="528320"/>
            </a:xfrm>
            <a:custGeom>
              <a:avLst/>
              <a:gdLst/>
              <a:ahLst/>
              <a:cxnLst/>
              <a:rect l="0" t="0" r="0" b="0"/>
              <a:pathLst>
                <a:path w="5503"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8" name="Rounded Rectangle 21">
              <a:extLst>
                <a:ext uri="{FF2B5EF4-FFF2-40B4-BE49-F238E27FC236}">
                  <a16:creationId xmlns:a16="http://schemas.microsoft.com/office/drawing/2014/main" id="{146FE19A-6932-444D-6A40-EF6033C8A57E}"/>
                </a:ext>
              </a:extLst>
            </p:cNvPr>
            <p:cNvSpPr/>
            <p:nvPr/>
          </p:nvSpPr>
          <p:spPr>
            <a:xfrm>
              <a:off x="5808835" y="3724033"/>
              <a:ext cx="5503" cy="396239"/>
            </a:xfrm>
            <a:custGeom>
              <a:avLst/>
              <a:gdLst/>
              <a:ahLst/>
              <a:cxnLst/>
              <a:rect l="0" t="0" r="0" b="0"/>
              <a:pathLst>
                <a:path w="5503"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9" name="Rounded Rectangle 22">
              <a:extLst>
                <a:ext uri="{FF2B5EF4-FFF2-40B4-BE49-F238E27FC236}">
                  <a16:creationId xmlns:a16="http://schemas.microsoft.com/office/drawing/2014/main" id="{10ED7506-593E-AAD9-82D8-33D160208F5B}"/>
                </a:ext>
              </a:extLst>
            </p:cNvPr>
            <p:cNvSpPr/>
            <p:nvPr/>
          </p:nvSpPr>
          <p:spPr>
            <a:xfrm>
              <a:off x="5808835" y="4252353"/>
              <a:ext cx="5503" cy="528320"/>
            </a:xfrm>
            <a:custGeom>
              <a:avLst/>
              <a:gdLst/>
              <a:ahLst/>
              <a:cxnLst/>
              <a:rect l="0" t="0" r="0" b="0"/>
              <a:pathLst>
                <a:path w="5503"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0" name="Rounded Rectangle 23">
              <a:extLst>
                <a:ext uri="{FF2B5EF4-FFF2-40B4-BE49-F238E27FC236}">
                  <a16:creationId xmlns:a16="http://schemas.microsoft.com/office/drawing/2014/main" id="{01ACBC8F-E9DC-EF22-26F8-22791375A8E8}"/>
                </a:ext>
              </a:extLst>
            </p:cNvPr>
            <p:cNvSpPr/>
            <p:nvPr/>
          </p:nvSpPr>
          <p:spPr>
            <a:xfrm>
              <a:off x="5808835" y="4912754"/>
              <a:ext cx="5503" cy="462279"/>
            </a:xfrm>
            <a:custGeom>
              <a:avLst/>
              <a:gdLst/>
              <a:ahLst/>
              <a:cxnLst/>
              <a:rect l="0" t="0" r="0" b="0"/>
              <a:pathLst>
                <a:path w="5503" h="462279">
                  <a:moveTo>
                    <a:pt x="0" y="0"/>
                  </a:moveTo>
                  <a:lnTo>
                    <a:pt x="0" y="462279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1" name="Rounded Rectangle 24">
              <a:extLst>
                <a:ext uri="{FF2B5EF4-FFF2-40B4-BE49-F238E27FC236}">
                  <a16:creationId xmlns:a16="http://schemas.microsoft.com/office/drawing/2014/main" id="{BB81EAAA-7480-904F-F432-1C8B336D67AF}"/>
                </a:ext>
              </a:extLst>
            </p:cNvPr>
            <p:cNvSpPr/>
            <p:nvPr/>
          </p:nvSpPr>
          <p:spPr>
            <a:xfrm>
              <a:off x="5808835" y="5507113"/>
              <a:ext cx="5503" cy="528320"/>
            </a:xfrm>
            <a:custGeom>
              <a:avLst/>
              <a:gdLst/>
              <a:ahLst/>
              <a:cxnLst/>
              <a:rect l="0" t="0" r="0" b="0"/>
              <a:pathLst>
                <a:path w="5503"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noFill/>
            <a:ln w="825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A5B2F1EC-E211-E4A0-6215-3016772B32A6}"/>
                </a:ext>
              </a:extLst>
            </p:cNvPr>
            <p:cNvSpPr/>
            <p:nvPr/>
          </p:nvSpPr>
          <p:spPr>
            <a:xfrm>
              <a:off x="5478608" y="5540133"/>
              <a:ext cx="264215" cy="264187"/>
            </a:xfrm>
            <a:custGeom>
              <a:avLst/>
              <a:gdLst/>
              <a:ahLst/>
              <a:cxnLst/>
              <a:rect l="0" t="0" r="0" b="0"/>
              <a:pathLst>
                <a:path w="264215" h="264187">
                  <a:moveTo>
                    <a:pt x="57812" y="154093"/>
                  </a:moveTo>
                  <a:lnTo>
                    <a:pt x="5530" y="154093"/>
                  </a:lnTo>
                  <a:cubicBezTo>
                    <a:pt x="2515" y="154153"/>
                    <a:pt x="88" y="156580"/>
                    <a:pt x="27" y="159596"/>
                  </a:cubicBezTo>
                  <a:lnTo>
                    <a:pt x="27" y="236643"/>
                  </a:lnTo>
                  <a:cubicBezTo>
                    <a:pt x="0" y="243951"/>
                    <a:pt x="2889" y="250968"/>
                    <a:pt x="8056" y="256130"/>
                  </a:cubicBezTo>
                  <a:cubicBezTo>
                    <a:pt x="13219" y="261298"/>
                    <a:pt x="20235" y="264187"/>
                    <a:pt x="27544" y="264160"/>
                  </a:cubicBezTo>
                  <a:lnTo>
                    <a:pt x="57812" y="264160"/>
                  </a:lnTo>
                  <a:cubicBezTo>
                    <a:pt x="60850" y="264160"/>
                    <a:pt x="63315" y="261694"/>
                    <a:pt x="63315" y="258656"/>
                  </a:cubicBezTo>
                  <a:lnTo>
                    <a:pt x="63315" y="159596"/>
                  </a:lnTo>
                  <a:cubicBezTo>
                    <a:pt x="63315" y="156558"/>
                    <a:pt x="60850" y="154093"/>
                    <a:pt x="57812" y="154093"/>
                  </a:cubicBezTo>
                  <a:moveTo>
                    <a:pt x="178885" y="154093"/>
                  </a:moveTo>
                  <a:lnTo>
                    <a:pt x="165127" y="154093"/>
                  </a:lnTo>
                  <a:cubicBezTo>
                    <a:pt x="162111" y="154153"/>
                    <a:pt x="159684" y="156580"/>
                    <a:pt x="159624" y="159596"/>
                  </a:cubicBezTo>
                  <a:lnTo>
                    <a:pt x="159624" y="170603"/>
                  </a:lnTo>
                  <a:cubicBezTo>
                    <a:pt x="159624" y="185798"/>
                    <a:pt x="147302" y="198119"/>
                    <a:pt x="132107" y="198119"/>
                  </a:cubicBezTo>
                  <a:cubicBezTo>
                    <a:pt x="116912" y="198119"/>
                    <a:pt x="104590" y="185798"/>
                    <a:pt x="104590" y="170603"/>
                  </a:cubicBezTo>
                  <a:lnTo>
                    <a:pt x="104590" y="159596"/>
                  </a:lnTo>
                  <a:cubicBezTo>
                    <a:pt x="104530" y="156580"/>
                    <a:pt x="102103" y="154153"/>
                    <a:pt x="99087" y="154093"/>
                  </a:cubicBezTo>
                  <a:lnTo>
                    <a:pt x="85329" y="154093"/>
                  </a:lnTo>
                  <a:cubicBezTo>
                    <a:pt x="82291" y="154093"/>
                    <a:pt x="79825" y="156558"/>
                    <a:pt x="79825" y="159596"/>
                  </a:cubicBezTo>
                  <a:lnTo>
                    <a:pt x="79825" y="258656"/>
                  </a:lnTo>
                  <a:cubicBezTo>
                    <a:pt x="79825" y="261694"/>
                    <a:pt x="82291" y="264160"/>
                    <a:pt x="85329" y="264160"/>
                  </a:cubicBezTo>
                  <a:lnTo>
                    <a:pt x="178885" y="264160"/>
                  </a:lnTo>
                  <a:cubicBezTo>
                    <a:pt x="181923" y="264160"/>
                    <a:pt x="184389" y="261694"/>
                    <a:pt x="184389" y="258656"/>
                  </a:cubicBezTo>
                  <a:lnTo>
                    <a:pt x="184389" y="159596"/>
                  </a:lnTo>
                  <a:cubicBezTo>
                    <a:pt x="184389" y="156558"/>
                    <a:pt x="181923" y="154093"/>
                    <a:pt x="178885" y="154093"/>
                  </a:cubicBezTo>
                  <a:moveTo>
                    <a:pt x="258684" y="154093"/>
                  </a:moveTo>
                  <a:lnTo>
                    <a:pt x="206402" y="154093"/>
                  </a:lnTo>
                  <a:cubicBezTo>
                    <a:pt x="203364" y="154093"/>
                    <a:pt x="200899" y="156558"/>
                    <a:pt x="200899" y="159596"/>
                  </a:cubicBezTo>
                  <a:lnTo>
                    <a:pt x="200899" y="258656"/>
                  </a:lnTo>
                  <a:cubicBezTo>
                    <a:pt x="200899" y="261694"/>
                    <a:pt x="203364" y="264160"/>
                    <a:pt x="206402" y="264160"/>
                  </a:cubicBezTo>
                  <a:lnTo>
                    <a:pt x="236670" y="264160"/>
                  </a:lnTo>
                  <a:cubicBezTo>
                    <a:pt x="243979" y="264187"/>
                    <a:pt x="250996" y="261298"/>
                    <a:pt x="256158" y="256130"/>
                  </a:cubicBezTo>
                  <a:cubicBezTo>
                    <a:pt x="261325" y="250968"/>
                    <a:pt x="264215" y="243951"/>
                    <a:pt x="264187" y="236643"/>
                  </a:cubicBezTo>
                  <a:lnTo>
                    <a:pt x="264187" y="159596"/>
                  </a:lnTo>
                  <a:cubicBezTo>
                    <a:pt x="264126" y="156580"/>
                    <a:pt x="261700" y="154153"/>
                    <a:pt x="258684" y="154093"/>
                  </a:cubicBezTo>
                  <a:moveTo>
                    <a:pt x="121100" y="170713"/>
                  </a:moveTo>
                  <a:cubicBezTo>
                    <a:pt x="121100" y="164632"/>
                    <a:pt x="126026" y="159706"/>
                    <a:pt x="132107" y="159706"/>
                  </a:cubicBezTo>
                  <a:cubicBezTo>
                    <a:pt x="138188" y="159706"/>
                    <a:pt x="143114" y="164632"/>
                    <a:pt x="143114" y="170713"/>
                  </a:cubicBezTo>
                  <a:cubicBezTo>
                    <a:pt x="143114" y="176794"/>
                    <a:pt x="138188" y="181720"/>
                    <a:pt x="132107" y="181720"/>
                  </a:cubicBezTo>
                  <a:cubicBezTo>
                    <a:pt x="126026" y="181720"/>
                    <a:pt x="121100" y="176794"/>
                    <a:pt x="121100" y="170713"/>
                  </a:cubicBezTo>
                  <a:moveTo>
                    <a:pt x="132107" y="38523"/>
                  </a:moveTo>
                  <a:cubicBezTo>
                    <a:pt x="138188" y="38523"/>
                    <a:pt x="143114" y="33597"/>
                    <a:pt x="143114" y="27516"/>
                  </a:cubicBezTo>
                  <a:lnTo>
                    <a:pt x="143114" y="11006"/>
                  </a:lnTo>
                  <a:cubicBezTo>
                    <a:pt x="143114" y="4925"/>
                    <a:pt x="138188" y="0"/>
                    <a:pt x="132107" y="0"/>
                  </a:cubicBezTo>
                  <a:cubicBezTo>
                    <a:pt x="126026" y="0"/>
                    <a:pt x="121100" y="4925"/>
                    <a:pt x="121100" y="11006"/>
                  </a:cubicBezTo>
                  <a:lnTo>
                    <a:pt x="121100" y="27516"/>
                  </a:lnTo>
                  <a:cubicBezTo>
                    <a:pt x="121100" y="33597"/>
                    <a:pt x="126026" y="38523"/>
                    <a:pt x="132107" y="38523"/>
                  </a:cubicBezTo>
                  <a:moveTo>
                    <a:pt x="225664" y="67911"/>
                  </a:moveTo>
                  <a:cubicBezTo>
                    <a:pt x="228861" y="67938"/>
                    <a:pt x="231915" y="66573"/>
                    <a:pt x="234029" y="64168"/>
                  </a:cubicBezTo>
                  <a:lnTo>
                    <a:pt x="245035" y="51621"/>
                  </a:lnTo>
                  <a:cubicBezTo>
                    <a:pt x="249014" y="47003"/>
                    <a:pt x="248497" y="40031"/>
                    <a:pt x="243880" y="36046"/>
                  </a:cubicBezTo>
                  <a:cubicBezTo>
                    <a:pt x="239257" y="32067"/>
                    <a:pt x="232290" y="32585"/>
                    <a:pt x="228305" y="37202"/>
                  </a:cubicBezTo>
                  <a:lnTo>
                    <a:pt x="217299" y="49750"/>
                  </a:lnTo>
                  <a:cubicBezTo>
                    <a:pt x="214508" y="53013"/>
                    <a:pt x="213870" y="57608"/>
                    <a:pt x="215664" y="61510"/>
                  </a:cubicBezTo>
                  <a:cubicBezTo>
                    <a:pt x="217464" y="65412"/>
                    <a:pt x="221366" y="67911"/>
                    <a:pt x="225664" y="67911"/>
                  </a:cubicBezTo>
                  <a:moveTo>
                    <a:pt x="30185" y="64168"/>
                  </a:moveTo>
                  <a:cubicBezTo>
                    <a:pt x="32299" y="66573"/>
                    <a:pt x="35353" y="67938"/>
                    <a:pt x="38550" y="67911"/>
                  </a:cubicBezTo>
                  <a:cubicBezTo>
                    <a:pt x="41175" y="67911"/>
                    <a:pt x="43712" y="66975"/>
                    <a:pt x="45705" y="65269"/>
                  </a:cubicBezTo>
                  <a:cubicBezTo>
                    <a:pt x="50327" y="61318"/>
                    <a:pt x="50867" y="54367"/>
                    <a:pt x="46915" y="49750"/>
                  </a:cubicBezTo>
                  <a:lnTo>
                    <a:pt x="35909" y="37202"/>
                  </a:lnTo>
                  <a:cubicBezTo>
                    <a:pt x="31792" y="33284"/>
                    <a:pt x="25364" y="33146"/>
                    <a:pt x="21083" y="36883"/>
                  </a:cubicBezTo>
                  <a:cubicBezTo>
                    <a:pt x="16796" y="40625"/>
                    <a:pt x="16069" y="47014"/>
                    <a:pt x="19399" y="51621"/>
                  </a:cubicBezTo>
                  <a:lnTo>
                    <a:pt x="30185" y="64168"/>
                  </a:lnTo>
                  <a:moveTo>
                    <a:pt x="22040" y="132080"/>
                  </a:moveTo>
                  <a:cubicBezTo>
                    <a:pt x="22040" y="135117"/>
                    <a:pt x="24506" y="137583"/>
                    <a:pt x="27544" y="137583"/>
                  </a:cubicBezTo>
                  <a:lnTo>
                    <a:pt x="236670" y="137583"/>
                  </a:lnTo>
                  <a:cubicBezTo>
                    <a:pt x="239708" y="137583"/>
                    <a:pt x="242174" y="135117"/>
                    <a:pt x="242174" y="132080"/>
                  </a:cubicBezTo>
                  <a:cubicBezTo>
                    <a:pt x="242746" y="122207"/>
                    <a:pt x="239152" y="112543"/>
                    <a:pt x="232268" y="105443"/>
                  </a:cubicBezTo>
                  <a:cubicBezTo>
                    <a:pt x="228415" y="101701"/>
                    <a:pt x="219610" y="94437"/>
                    <a:pt x="195065" y="93556"/>
                  </a:cubicBezTo>
                  <a:cubicBezTo>
                    <a:pt x="192858" y="93485"/>
                    <a:pt x="190905" y="92098"/>
                    <a:pt x="190112" y="90034"/>
                  </a:cubicBezTo>
                  <a:cubicBezTo>
                    <a:pt x="182187" y="70772"/>
                    <a:pt x="162375" y="60646"/>
                    <a:pt x="132107" y="60646"/>
                  </a:cubicBezTo>
                  <a:cubicBezTo>
                    <a:pt x="101839" y="60646"/>
                    <a:pt x="82027" y="70772"/>
                    <a:pt x="74102" y="90144"/>
                  </a:cubicBezTo>
                  <a:cubicBezTo>
                    <a:pt x="73309" y="92208"/>
                    <a:pt x="71356" y="93595"/>
                    <a:pt x="69149" y="93666"/>
                  </a:cubicBezTo>
                  <a:cubicBezTo>
                    <a:pt x="44604" y="94327"/>
                    <a:pt x="36129" y="101811"/>
                    <a:pt x="31946" y="105553"/>
                  </a:cubicBezTo>
                  <a:cubicBezTo>
                    <a:pt x="25089" y="112625"/>
                    <a:pt x="21501" y="122245"/>
                    <a:pt x="22040" y="132080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3" name="Rounded Rectangle 26">
              <a:extLst>
                <a:ext uri="{FF2B5EF4-FFF2-40B4-BE49-F238E27FC236}">
                  <a16:creationId xmlns:a16="http://schemas.microsoft.com/office/drawing/2014/main" id="{38ADDD7F-51CC-1CEF-FCC3-9824CCD5A06C}"/>
                </a:ext>
              </a:extLst>
            </p:cNvPr>
            <p:cNvSpPr/>
            <p:nvPr/>
          </p:nvSpPr>
          <p:spPr>
            <a:xfrm>
              <a:off x="5478635" y="1252486"/>
              <a:ext cx="264160" cy="254253"/>
            </a:xfrm>
            <a:custGeom>
              <a:avLst/>
              <a:gdLst/>
              <a:ahLst/>
              <a:cxnLst/>
              <a:rect l="0" t="0" r="0" b="0"/>
              <a:pathLst>
                <a:path w="264160" h="254253">
                  <a:moveTo>
                    <a:pt x="16510" y="27516"/>
                  </a:moveTo>
                  <a:cubicBezTo>
                    <a:pt x="16510" y="42711"/>
                    <a:pt x="28831" y="55033"/>
                    <a:pt x="44026" y="55033"/>
                  </a:cubicBezTo>
                  <a:cubicBezTo>
                    <a:pt x="59221" y="55033"/>
                    <a:pt x="71543" y="42711"/>
                    <a:pt x="71543" y="27516"/>
                  </a:cubicBezTo>
                  <a:cubicBezTo>
                    <a:pt x="71543" y="12321"/>
                    <a:pt x="59221" y="0"/>
                    <a:pt x="44026" y="0"/>
                  </a:cubicBezTo>
                  <a:cubicBezTo>
                    <a:pt x="28831" y="0"/>
                    <a:pt x="16510" y="12321"/>
                    <a:pt x="16510" y="27516"/>
                  </a:cubicBezTo>
                  <a:moveTo>
                    <a:pt x="11006" y="160146"/>
                  </a:moveTo>
                  <a:lnTo>
                    <a:pt x="19261" y="160146"/>
                  </a:lnTo>
                  <a:cubicBezTo>
                    <a:pt x="20587" y="160119"/>
                    <a:pt x="21749" y="161044"/>
                    <a:pt x="22013" y="162348"/>
                  </a:cubicBezTo>
                  <a:lnTo>
                    <a:pt x="22013" y="242146"/>
                  </a:lnTo>
                  <a:cubicBezTo>
                    <a:pt x="22013" y="248227"/>
                    <a:pt x="26938" y="253153"/>
                    <a:pt x="33020" y="253153"/>
                  </a:cubicBezTo>
                  <a:lnTo>
                    <a:pt x="55033" y="253153"/>
                  </a:lnTo>
                  <a:cubicBezTo>
                    <a:pt x="61114" y="253153"/>
                    <a:pt x="66040" y="248227"/>
                    <a:pt x="66040" y="242146"/>
                  </a:cubicBezTo>
                  <a:lnTo>
                    <a:pt x="66040" y="162348"/>
                  </a:lnTo>
                  <a:cubicBezTo>
                    <a:pt x="66304" y="161044"/>
                    <a:pt x="67465" y="160119"/>
                    <a:pt x="68791" y="160146"/>
                  </a:cubicBezTo>
                  <a:lnTo>
                    <a:pt x="77046" y="160146"/>
                  </a:lnTo>
                  <a:cubicBezTo>
                    <a:pt x="83127" y="160146"/>
                    <a:pt x="88053" y="155221"/>
                    <a:pt x="88053" y="149140"/>
                  </a:cubicBezTo>
                  <a:lnTo>
                    <a:pt x="88053" y="94106"/>
                  </a:lnTo>
                  <a:cubicBezTo>
                    <a:pt x="88053" y="81950"/>
                    <a:pt x="78196" y="72093"/>
                    <a:pt x="66040" y="72093"/>
                  </a:cubicBezTo>
                  <a:lnTo>
                    <a:pt x="22013" y="72093"/>
                  </a:lnTo>
                  <a:cubicBezTo>
                    <a:pt x="9856" y="72093"/>
                    <a:pt x="0" y="81950"/>
                    <a:pt x="0" y="94106"/>
                  </a:cubicBezTo>
                  <a:lnTo>
                    <a:pt x="0" y="149140"/>
                  </a:lnTo>
                  <a:cubicBezTo>
                    <a:pt x="0" y="155221"/>
                    <a:pt x="4925" y="160146"/>
                    <a:pt x="11006" y="160146"/>
                  </a:cubicBezTo>
                  <a:moveTo>
                    <a:pt x="175446" y="17940"/>
                  </a:moveTo>
                  <a:cubicBezTo>
                    <a:pt x="173399" y="17148"/>
                    <a:pt x="171076" y="17621"/>
                    <a:pt x="169502" y="19151"/>
                  </a:cubicBezTo>
                  <a:lnTo>
                    <a:pt x="136482" y="52171"/>
                  </a:lnTo>
                  <a:cubicBezTo>
                    <a:pt x="135442" y="53206"/>
                    <a:pt x="134853" y="54609"/>
                    <a:pt x="134853" y="56078"/>
                  </a:cubicBezTo>
                  <a:cubicBezTo>
                    <a:pt x="134853" y="57548"/>
                    <a:pt x="135442" y="58951"/>
                    <a:pt x="136482" y="59986"/>
                  </a:cubicBezTo>
                  <a:lnTo>
                    <a:pt x="169502" y="93006"/>
                  </a:lnTo>
                  <a:cubicBezTo>
                    <a:pt x="170498" y="94073"/>
                    <a:pt x="171896" y="94673"/>
                    <a:pt x="173354" y="94657"/>
                  </a:cubicBezTo>
                  <a:cubicBezTo>
                    <a:pt x="174048" y="94761"/>
                    <a:pt x="174752" y="94761"/>
                    <a:pt x="175446" y="94657"/>
                  </a:cubicBezTo>
                  <a:cubicBezTo>
                    <a:pt x="177499" y="93815"/>
                    <a:pt x="178847" y="91817"/>
                    <a:pt x="178858" y="89594"/>
                  </a:cubicBezTo>
                  <a:lnTo>
                    <a:pt x="178858" y="72643"/>
                  </a:lnTo>
                  <a:cubicBezTo>
                    <a:pt x="178858" y="71125"/>
                    <a:pt x="180091" y="69892"/>
                    <a:pt x="181609" y="69892"/>
                  </a:cubicBezTo>
                  <a:lnTo>
                    <a:pt x="220133" y="69892"/>
                  </a:lnTo>
                  <a:cubicBezTo>
                    <a:pt x="227733" y="69892"/>
                    <a:pt x="233891" y="63734"/>
                    <a:pt x="233891" y="56133"/>
                  </a:cubicBezTo>
                  <a:cubicBezTo>
                    <a:pt x="233891" y="48533"/>
                    <a:pt x="227733" y="42375"/>
                    <a:pt x="220133" y="42375"/>
                  </a:cubicBezTo>
                  <a:lnTo>
                    <a:pt x="181609" y="42375"/>
                  </a:lnTo>
                  <a:cubicBezTo>
                    <a:pt x="180091" y="42375"/>
                    <a:pt x="178858" y="41142"/>
                    <a:pt x="178858" y="39623"/>
                  </a:cubicBezTo>
                  <a:lnTo>
                    <a:pt x="178858" y="23113"/>
                  </a:lnTo>
                  <a:cubicBezTo>
                    <a:pt x="178891" y="20852"/>
                    <a:pt x="177537" y="18799"/>
                    <a:pt x="175446" y="17940"/>
                  </a:cubicBezTo>
                  <a:moveTo>
                    <a:pt x="264160" y="171703"/>
                  </a:moveTo>
                  <a:cubicBezTo>
                    <a:pt x="264160" y="162584"/>
                    <a:pt x="256769" y="155193"/>
                    <a:pt x="247649" y="155193"/>
                  </a:cubicBezTo>
                  <a:lnTo>
                    <a:pt x="244898" y="155193"/>
                  </a:lnTo>
                  <a:cubicBezTo>
                    <a:pt x="243379" y="155193"/>
                    <a:pt x="242146" y="156426"/>
                    <a:pt x="242146" y="157945"/>
                  </a:cubicBezTo>
                  <a:lnTo>
                    <a:pt x="242146" y="251502"/>
                  </a:lnTo>
                  <a:cubicBezTo>
                    <a:pt x="242146" y="253021"/>
                    <a:pt x="243379" y="254253"/>
                    <a:pt x="244898" y="254253"/>
                  </a:cubicBezTo>
                  <a:lnTo>
                    <a:pt x="247649" y="254253"/>
                  </a:lnTo>
                  <a:cubicBezTo>
                    <a:pt x="256769" y="254253"/>
                    <a:pt x="264160" y="246863"/>
                    <a:pt x="264160" y="237743"/>
                  </a:cubicBezTo>
                  <a:lnTo>
                    <a:pt x="264160" y="171703"/>
                  </a:lnTo>
                  <a:moveTo>
                    <a:pt x="137583" y="155193"/>
                  </a:moveTo>
                  <a:cubicBezTo>
                    <a:pt x="128464" y="155193"/>
                    <a:pt x="121073" y="162584"/>
                    <a:pt x="121073" y="171703"/>
                  </a:cubicBezTo>
                  <a:lnTo>
                    <a:pt x="121073" y="237743"/>
                  </a:lnTo>
                  <a:cubicBezTo>
                    <a:pt x="121073" y="246863"/>
                    <a:pt x="128464" y="254253"/>
                    <a:pt x="137583" y="254253"/>
                  </a:cubicBezTo>
                  <a:lnTo>
                    <a:pt x="140335" y="254253"/>
                  </a:lnTo>
                  <a:cubicBezTo>
                    <a:pt x="141853" y="254253"/>
                    <a:pt x="143086" y="253021"/>
                    <a:pt x="143086" y="251502"/>
                  </a:cubicBezTo>
                  <a:lnTo>
                    <a:pt x="143086" y="157945"/>
                  </a:lnTo>
                  <a:cubicBezTo>
                    <a:pt x="143086" y="156426"/>
                    <a:pt x="141853" y="155193"/>
                    <a:pt x="140335" y="155193"/>
                  </a:cubicBezTo>
                  <a:lnTo>
                    <a:pt x="137583" y="155193"/>
                  </a:lnTo>
                  <a:moveTo>
                    <a:pt x="231139" y="149690"/>
                  </a:moveTo>
                  <a:cubicBezTo>
                    <a:pt x="231139" y="131452"/>
                    <a:pt x="216358" y="116670"/>
                    <a:pt x="198119" y="116670"/>
                  </a:cubicBezTo>
                  <a:lnTo>
                    <a:pt x="187113" y="116670"/>
                  </a:lnTo>
                  <a:cubicBezTo>
                    <a:pt x="168875" y="116670"/>
                    <a:pt x="154093" y="131452"/>
                    <a:pt x="154093" y="149690"/>
                  </a:cubicBezTo>
                  <a:lnTo>
                    <a:pt x="154093" y="251502"/>
                  </a:lnTo>
                  <a:cubicBezTo>
                    <a:pt x="154093" y="253021"/>
                    <a:pt x="155326" y="254253"/>
                    <a:pt x="156844" y="254253"/>
                  </a:cubicBezTo>
                  <a:lnTo>
                    <a:pt x="228388" y="254253"/>
                  </a:lnTo>
                  <a:cubicBezTo>
                    <a:pt x="229907" y="254253"/>
                    <a:pt x="231139" y="253021"/>
                    <a:pt x="231139" y="251502"/>
                  </a:cubicBezTo>
                  <a:lnTo>
                    <a:pt x="231139" y="149690"/>
                  </a:lnTo>
                  <a:moveTo>
                    <a:pt x="209126" y="152442"/>
                  </a:moveTo>
                  <a:cubicBezTo>
                    <a:pt x="209126" y="153961"/>
                    <a:pt x="207893" y="155193"/>
                    <a:pt x="206374" y="155193"/>
                  </a:cubicBezTo>
                  <a:lnTo>
                    <a:pt x="178858" y="155193"/>
                  </a:lnTo>
                  <a:cubicBezTo>
                    <a:pt x="177339" y="155193"/>
                    <a:pt x="176106" y="153961"/>
                    <a:pt x="176106" y="152442"/>
                  </a:cubicBezTo>
                  <a:lnTo>
                    <a:pt x="176106" y="149690"/>
                  </a:lnTo>
                  <a:cubicBezTo>
                    <a:pt x="176106" y="143609"/>
                    <a:pt x="181032" y="138683"/>
                    <a:pt x="187113" y="138683"/>
                  </a:cubicBezTo>
                  <a:lnTo>
                    <a:pt x="198119" y="138683"/>
                  </a:lnTo>
                  <a:cubicBezTo>
                    <a:pt x="204201" y="138683"/>
                    <a:pt x="209126" y="143609"/>
                    <a:pt x="209126" y="149690"/>
                  </a:cubicBezTo>
                  <a:lnTo>
                    <a:pt x="209126" y="152442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783B0ECB-92C6-C93D-F6FE-B70B668A1F92}"/>
                </a:ext>
              </a:extLst>
            </p:cNvPr>
            <p:cNvSpPr/>
            <p:nvPr/>
          </p:nvSpPr>
          <p:spPr>
            <a:xfrm>
              <a:off x="5479813" y="4946225"/>
              <a:ext cx="261815" cy="262586"/>
            </a:xfrm>
            <a:custGeom>
              <a:avLst/>
              <a:gdLst/>
              <a:ahLst/>
              <a:cxnLst/>
              <a:rect l="0" t="0" r="0" b="0"/>
              <a:pathLst>
                <a:path w="261815" h="262586">
                  <a:moveTo>
                    <a:pt x="21474" y="8310"/>
                  </a:moveTo>
                  <a:cubicBezTo>
                    <a:pt x="34351" y="3868"/>
                    <a:pt x="47829" y="1397"/>
                    <a:pt x="61450" y="990"/>
                  </a:cubicBezTo>
                  <a:lnTo>
                    <a:pt x="61450" y="192033"/>
                  </a:lnTo>
                  <a:cubicBezTo>
                    <a:pt x="55407" y="192446"/>
                    <a:pt x="49436" y="193552"/>
                    <a:pt x="43652" y="195335"/>
                  </a:cubicBezTo>
                  <a:lnTo>
                    <a:pt x="22013" y="201983"/>
                  </a:lnTo>
                  <a:lnTo>
                    <a:pt x="22013" y="250996"/>
                  </a:lnTo>
                  <a:cubicBezTo>
                    <a:pt x="22013" y="257077"/>
                    <a:pt x="17087" y="262002"/>
                    <a:pt x="11006" y="262002"/>
                  </a:cubicBezTo>
                  <a:cubicBezTo>
                    <a:pt x="4925" y="262002"/>
                    <a:pt x="0" y="257077"/>
                    <a:pt x="0" y="250996"/>
                  </a:cubicBezTo>
                  <a:lnTo>
                    <a:pt x="0" y="11678"/>
                  </a:lnTo>
                  <a:cubicBezTo>
                    <a:pt x="16" y="6268"/>
                    <a:pt x="3956" y="1678"/>
                    <a:pt x="9300" y="842"/>
                  </a:cubicBezTo>
                  <a:cubicBezTo>
                    <a:pt x="14644" y="0"/>
                    <a:pt x="19800" y="3169"/>
                    <a:pt x="21474" y="8310"/>
                  </a:cubicBezTo>
                  <a:moveTo>
                    <a:pt x="107942" y="203513"/>
                  </a:moveTo>
                  <a:cubicBezTo>
                    <a:pt x="100391" y="198868"/>
                    <a:pt x="92114" y="195533"/>
                    <a:pt x="83452" y="193651"/>
                  </a:cubicBezTo>
                  <a:lnTo>
                    <a:pt x="83452" y="2773"/>
                  </a:lnTo>
                  <a:cubicBezTo>
                    <a:pt x="94767" y="5162"/>
                    <a:pt x="104805" y="9542"/>
                    <a:pt x="113852" y="13648"/>
                  </a:cubicBezTo>
                  <a:lnTo>
                    <a:pt x="116384" y="14803"/>
                  </a:lnTo>
                  <a:cubicBezTo>
                    <a:pt x="128293" y="20219"/>
                    <a:pt x="138485" y="24853"/>
                    <a:pt x="149965" y="26438"/>
                  </a:cubicBezTo>
                  <a:cubicBezTo>
                    <a:pt x="152134" y="26735"/>
                    <a:pt x="154280" y="26922"/>
                    <a:pt x="156415" y="26999"/>
                  </a:cubicBezTo>
                  <a:lnTo>
                    <a:pt x="156415" y="114172"/>
                  </a:lnTo>
                  <a:cubicBezTo>
                    <a:pt x="152519" y="115492"/>
                    <a:pt x="149118" y="117859"/>
                    <a:pt x="146509" y="120842"/>
                  </a:cubicBezTo>
                  <a:cubicBezTo>
                    <a:pt x="142607" y="125338"/>
                    <a:pt x="140467" y="131100"/>
                    <a:pt x="140478" y="137055"/>
                  </a:cubicBezTo>
                  <a:lnTo>
                    <a:pt x="140478" y="216391"/>
                  </a:lnTo>
                  <a:cubicBezTo>
                    <a:pt x="128965" y="214030"/>
                    <a:pt x="117952" y="209671"/>
                    <a:pt x="107942" y="203513"/>
                  </a:cubicBezTo>
                  <a:moveTo>
                    <a:pt x="231756" y="112983"/>
                  </a:moveTo>
                  <a:lnTo>
                    <a:pt x="231756" y="39172"/>
                  </a:lnTo>
                  <a:cubicBezTo>
                    <a:pt x="231756" y="31380"/>
                    <a:pt x="228938" y="23917"/>
                    <a:pt x="221938" y="19778"/>
                  </a:cubicBezTo>
                  <a:cubicBezTo>
                    <a:pt x="215664" y="16080"/>
                    <a:pt x="208697" y="16686"/>
                    <a:pt x="203777" y="18094"/>
                  </a:cubicBezTo>
                  <a:lnTo>
                    <a:pt x="200574" y="19008"/>
                  </a:lnTo>
                  <a:cubicBezTo>
                    <a:pt x="192737" y="21253"/>
                    <a:pt x="185473" y="23345"/>
                    <a:pt x="178429" y="24831"/>
                  </a:cubicBezTo>
                  <a:lnTo>
                    <a:pt x="178429" y="112994"/>
                  </a:lnTo>
                  <a:lnTo>
                    <a:pt x="231756" y="112994"/>
                  </a:lnTo>
                  <a:moveTo>
                    <a:pt x="141534" y="254331"/>
                  </a:moveTo>
                  <a:cubicBezTo>
                    <a:pt x="141534" y="249774"/>
                    <a:pt x="145232" y="246076"/>
                    <a:pt x="149789" y="246076"/>
                  </a:cubicBezTo>
                  <a:lnTo>
                    <a:pt x="156988" y="246076"/>
                  </a:lnTo>
                  <a:lnTo>
                    <a:pt x="156988" y="137055"/>
                  </a:lnTo>
                  <a:cubicBezTo>
                    <a:pt x="156971" y="135095"/>
                    <a:pt x="157659" y="133197"/>
                    <a:pt x="158925" y="131705"/>
                  </a:cubicBezTo>
                  <a:cubicBezTo>
                    <a:pt x="160091" y="130324"/>
                    <a:pt x="161803" y="129520"/>
                    <a:pt x="163614" y="129504"/>
                  </a:cubicBezTo>
                  <a:lnTo>
                    <a:pt x="239736" y="129504"/>
                  </a:lnTo>
                  <a:cubicBezTo>
                    <a:pt x="241497" y="129504"/>
                    <a:pt x="243181" y="130296"/>
                    <a:pt x="244414" y="131705"/>
                  </a:cubicBezTo>
                  <a:cubicBezTo>
                    <a:pt x="245685" y="133197"/>
                    <a:pt x="246378" y="135095"/>
                    <a:pt x="246362" y="137055"/>
                  </a:cubicBezTo>
                  <a:lnTo>
                    <a:pt x="246362" y="160796"/>
                  </a:lnTo>
                  <a:lnTo>
                    <a:pt x="218977" y="160796"/>
                  </a:lnTo>
                  <a:cubicBezTo>
                    <a:pt x="214420" y="160796"/>
                    <a:pt x="210722" y="164494"/>
                    <a:pt x="210722" y="169051"/>
                  </a:cubicBezTo>
                  <a:cubicBezTo>
                    <a:pt x="210722" y="173608"/>
                    <a:pt x="214420" y="177306"/>
                    <a:pt x="218977" y="177306"/>
                  </a:cubicBezTo>
                  <a:lnTo>
                    <a:pt x="246362" y="177306"/>
                  </a:lnTo>
                  <a:lnTo>
                    <a:pt x="246362" y="205274"/>
                  </a:lnTo>
                  <a:lnTo>
                    <a:pt x="218977" y="205274"/>
                  </a:lnTo>
                  <a:cubicBezTo>
                    <a:pt x="214420" y="205274"/>
                    <a:pt x="210722" y="208972"/>
                    <a:pt x="210722" y="213529"/>
                  </a:cubicBezTo>
                  <a:cubicBezTo>
                    <a:pt x="210722" y="218086"/>
                    <a:pt x="214420" y="221784"/>
                    <a:pt x="218977" y="221784"/>
                  </a:cubicBezTo>
                  <a:lnTo>
                    <a:pt x="246362" y="221784"/>
                  </a:lnTo>
                  <a:lnTo>
                    <a:pt x="246362" y="246076"/>
                  </a:lnTo>
                  <a:lnTo>
                    <a:pt x="253560" y="246076"/>
                  </a:lnTo>
                  <a:cubicBezTo>
                    <a:pt x="258117" y="246076"/>
                    <a:pt x="261815" y="249774"/>
                    <a:pt x="261815" y="254331"/>
                  </a:cubicBezTo>
                  <a:cubicBezTo>
                    <a:pt x="261815" y="258887"/>
                    <a:pt x="258117" y="262586"/>
                    <a:pt x="253560" y="262586"/>
                  </a:cubicBezTo>
                  <a:lnTo>
                    <a:pt x="149789" y="262586"/>
                  </a:lnTo>
                  <a:cubicBezTo>
                    <a:pt x="145232" y="262586"/>
                    <a:pt x="141534" y="258887"/>
                    <a:pt x="141534" y="254331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5" name="Rounded Rectangle 28">
              <a:extLst>
                <a:ext uri="{FF2B5EF4-FFF2-40B4-BE49-F238E27FC236}">
                  <a16:creationId xmlns:a16="http://schemas.microsoft.com/office/drawing/2014/main" id="{0DF26C00-3DE1-DA37-CE2F-DF1D8503E7E5}"/>
                </a:ext>
              </a:extLst>
            </p:cNvPr>
            <p:cNvSpPr/>
            <p:nvPr/>
          </p:nvSpPr>
          <p:spPr>
            <a:xfrm>
              <a:off x="5489642" y="3089642"/>
              <a:ext cx="242146" cy="271171"/>
            </a:xfrm>
            <a:custGeom>
              <a:avLst/>
              <a:gdLst/>
              <a:ahLst/>
              <a:cxnLst/>
              <a:rect l="0" t="0" r="0" b="0"/>
              <a:pathLst>
                <a:path w="242146" h="271171">
                  <a:moveTo>
                    <a:pt x="242146" y="57311"/>
                  </a:moveTo>
                  <a:cubicBezTo>
                    <a:pt x="242135" y="44582"/>
                    <a:pt x="234568" y="33080"/>
                    <a:pt x="222884" y="28033"/>
                  </a:cubicBezTo>
                  <a:cubicBezTo>
                    <a:pt x="157907" y="0"/>
                    <a:pt x="84239" y="0"/>
                    <a:pt x="19261" y="28033"/>
                  </a:cubicBezTo>
                  <a:cubicBezTo>
                    <a:pt x="7578" y="33080"/>
                    <a:pt x="11" y="44582"/>
                    <a:pt x="0" y="57311"/>
                  </a:cubicBezTo>
                  <a:lnTo>
                    <a:pt x="0" y="126543"/>
                  </a:lnTo>
                  <a:cubicBezTo>
                    <a:pt x="209" y="187586"/>
                    <a:pt x="37895" y="242234"/>
                    <a:pt x="94877" y="264126"/>
                  </a:cubicBezTo>
                  <a:cubicBezTo>
                    <a:pt x="103027" y="268259"/>
                    <a:pt x="111948" y="270659"/>
                    <a:pt x="121073" y="271171"/>
                  </a:cubicBezTo>
                  <a:cubicBezTo>
                    <a:pt x="130197" y="270659"/>
                    <a:pt x="139118" y="268259"/>
                    <a:pt x="147269" y="264126"/>
                  </a:cubicBezTo>
                  <a:cubicBezTo>
                    <a:pt x="204250" y="242234"/>
                    <a:pt x="241937" y="187586"/>
                    <a:pt x="242146" y="126543"/>
                  </a:cubicBezTo>
                  <a:lnTo>
                    <a:pt x="242146" y="57311"/>
                  </a:lnTo>
                  <a:moveTo>
                    <a:pt x="220133" y="126543"/>
                  </a:moveTo>
                  <a:cubicBezTo>
                    <a:pt x="219924" y="178445"/>
                    <a:pt x="187889" y="224899"/>
                    <a:pt x="139454" y="243544"/>
                  </a:cubicBezTo>
                  <a:lnTo>
                    <a:pt x="128447" y="247837"/>
                  </a:lnTo>
                  <a:cubicBezTo>
                    <a:pt x="123764" y="249603"/>
                    <a:pt x="118602" y="249603"/>
                    <a:pt x="113919" y="247837"/>
                  </a:cubicBezTo>
                  <a:lnTo>
                    <a:pt x="102912" y="243544"/>
                  </a:lnTo>
                  <a:cubicBezTo>
                    <a:pt x="54389" y="224970"/>
                    <a:pt x="22260" y="178500"/>
                    <a:pt x="22013" y="126543"/>
                  </a:cubicBezTo>
                  <a:lnTo>
                    <a:pt x="22013" y="57311"/>
                  </a:lnTo>
                  <a:cubicBezTo>
                    <a:pt x="21980" y="53316"/>
                    <a:pt x="24374" y="49700"/>
                    <a:pt x="28067" y="48176"/>
                  </a:cubicBezTo>
                  <a:cubicBezTo>
                    <a:pt x="87442" y="22640"/>
                    <a:pt x="154704" y="22640"/>
                    <a:pt x="214079" y="48176"/>
                  </a:cubicBezTo>
                  <a:cubicBezTo>
                    <a:pt x="217772" y="49700"/>
                    <a:pt x="220166" y="53316"/>
                    <a:pt x="220133" y="57311"/>
                  </a:cubicBezTo>
                  <a:lnTo>
                    <a:pt x="220133" y="126543"/>
                  </a:lnTo>
                  <a:moveTo>
                    <a:pt x="159596" y="144594"/>
                  </a:moveTo>
                  <a:cubicBezTo>
                    <a:pt x="159607" y="128337"/>
                    <a:pt x="149376" y="113830"/>
                    <a:pt x="134061" y="108382"/>
                  </a:cubicBezTo>
                  <a:cubicBezTo>
                    <a:pt x="133010" y="108057"/>
                    <a:pt x="132239" y="107160"/>
                    <a:pt x="132080" y="106071"/>
                  </a:cubicBezTo>
                  <a:cubicBezTo>
                    <a:pt x="132013" y="104959"/>
                    <a:pt x="132619" y="103919"/>
                    <a:pt x="133620" y="103429"/>
                  </a:cubicBezTo>
                  <a:cubicBezTo>
                    <a:pt x="146493" y="97442"/>
                    <a:pt x="153471" y="83309"/>
                    <a:pt x="150406" y="69446"/>
                  </a:cubicBezTo>
                  <a:cubicBezTo>
                    <a:pt x="147340" y="55583"/>
                    <a:pt x="135051" y="45716"/>
                    <a:pt x="120853" y="45716"/>
                  </a:cubicBezTo>
                  <a:cubicBezTo>
                    <a:pt x="106654" y="45716"/>
                    <a:pt x="94365" y="55583"/>
                    <a:pt x="91300" y="69446"/>
                  </a:cubicBezTo>
                  <a:cubicBezTo>
                    <a:pt x="88234" y="83309"/>
                    <a:pt x="95213" y="97442"/>
                    <a:pt x="108085" y="103429"/>
                  </a:cubicBezTo>
                  <a:cubicBezTo>
                    <a:pt x="109257" y="103770"/>
                    <a:pt x="110066" y="104849"/>
                    <a:pt x="110066" y="106071"/>
                  </a:cubicBezTo>
                  <a:cubicBezTo>
                    <a:pt x="110022" y="107188"/>
                    <a:pt x="109334" y="108173"/>
                    <a:pt x="108305" y="108602"/>
                  </a:cubicBezTo>
                  <a:cubicBezTo>
                    <a:pt x="92978" y="113952"/>
                    <a:pt x="82665" y="128359"/>
                    <a:pt x="82549" y="144594"/>
                  </a:cubicBezTo>
                  <a:lnTo>
                    <a:pt x="82549" y="161104"/>
                  </a:lnTo>
                  <a:cubicBezTo>
                    <a:pt x="82610" y="164120"/>
                    <a:pt x="85037" y="166547"/>
                    <a:pt x="88053" y="166607"/>
                  </a:cubicBezTo>
                  <a:lnTo>
                    <a:pt x="97078" y="166607"/>
                  </a:lnTo>
                  <a:cubicBezTo>
                    <a:pt x="98476" y="166596"/>
                    <a:pt x="99659" y="167642"/>
                    <a:pt x="99830" y="169029"/>
                  </a:cubicBezTo>
                  <a:lnTo>
                    <a:pt x="104563" y="216688"/>
                  </a:lnTo>
                  <a:cubicBezTo>
                    <a:pt x="104849" y="219511"/>
                    <a:pt x="107232" y="221657"/>
                    <a:pt x="110066" y="221641"/>
                  </a:cubicBezTo>
                  <a:lnTo>
                    <a:pt x="132080" y="221641"/>
                  </a:lnTo>
                  <a:cubicBezTo>
                    <a:pt x="134914" y="221657"/>
                    <a:pt x="137297" y="219511"/>
                    <a:pt x="137583" y="216688"/>
                  </a:cubicBezTo>
                  <a:lnTo>
                    <a:pt x="142316" y="169029"/>
                  </a:lnTo>
                  <a:cubicBezTo>
                    <a:pt x="142486" y="167642"/>
                    <a:pt x="143670" y="166596"/>
                    <a:pt x="145067" y="166607"/>
                  </a:cubicBezTo>
                  <a:lnTo>
                    <a:pt x="154093" y="166607"/>
                  </a:lnTo>
                  <a:cubicBezTo>
                    <a:pt x="157131" y="166607"/>
                    <a:pt x="159596" y="164142"/>
                    <a:pt x="159596" y="161104"/>
                  </a:cubicBezTo>
                  <a:lnTo>
                    <a:pt x="159596" y="144594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6" name="Rounded Rectangle 29">
              <a:extLst>
                <a:ext uri="{FF2B5EF4-FFF2-40B4-BE49-F238E27FC236}">
                  <a16:creationId xmlns:a16="http://schemas.microsoft.com/office/drawing/2014/main" id="{76653F2F-1871-A7CB-A841-7AC14FAAF70D}"/>
                </a:ext>
              </a:extLst>
            </p:cNvPr>
            <p:cNvSpPr/>
            <p:nvPr/>
          </p:nvSpPr>
          <p:spPr>
            <a:xfrm>
              <a:off x="5478635" y="4285357"/>
              <a:ext cx="264171" cy="264176"/>
            </a:xfrm>
            <a:custGeom>
              <a:avLst/>
              <a:gdLst/>
              <a:ahLst/>
              <a:cxnLst/>
              <a:rect l="0" t="0" r="0" b="0"/>
              <a:pathLst>
                <a:path w="264171" h="264176">
                  <a:moveTo>
                    <a:pt x="261188" y="198796"/>
                  </a:moveTo>
                  <a:cubicBezTo>
                    <a:pt x="259856" y="198230"/>
                    <a:pt x="258849" y="197101"/>
                    <a:pt x="258436" y="195715"/>
                  </a:cubicBezTo>
                  <a:lnTo>
                    <a:pt x="233671" y="126593"/>
                  </a:lnTo>
                  <a:lnTo>
                    <a:pt x="233671" y="125492"/>
                  </a:lnTo>
                  <a:cubicBezTo>
                    <a:pt x="233044" y="121497"/>
                    <a:pt x="229681" y="118497"/>
                    <a:pt x="225636" y="118338"/>
                  </a:cubicBezTo>
                  <a:lnTo>
                    <a:pt x="104563" y="118338"/>
                  </a:lnTo>
                  <a:cubicBezTo>
                    <a:pt x="100903" y="118167"/>
                    <a:pt x="97557" y="120396"/>
                    <a:pt x="96308" y="123841"/>
                  </a:cubicBezTo>
                  <a:lnTo>
                    <a:pt x="70442" y="195715"/>
                  </a:lnTo>
                  <a:cubicBezTo>
                    <a:pt x="70029" y="197101"/>
                    <a:pt x="69022" y="198230"/>
                    <a:pt x="67690" y="198796"/>
                  </a:cubicBezTo>
                  <a:cubicBezTo>
                    <a:pt x="65863" y="199715"/>
                    <a:pt x="64708" y="201592"/>
                    <a:pt x="64719" y="203639"/>
                  </a:cubicBezTo>
                  <a:cubicBezTo>
                    <a:pt x="64724" y="225278"/>
                    <a:pt x="82263" y="242812"/>
                    <a:pt x="103902" y="242812"/>
                  </a:cubicBezTo>
                  <a:cubicBezTo>
                    <a:pt x="125542" y="242812"/>
                    <a:pt x="143081" y="225278"/>
                    <a:pt x="143086" y="203639"/>
                  </a:cubicBezTo>
                  <a:cubicBezTo>
                    <a:pt x="143097" y="201592"/>
                    <a:pt x="141941" y="199715"/>
                    <a:pt x="140114" y="198796"/>
                  </a:cubicBezTo>
                  <a:cubicBezTo>
                    <a:pt x="138783" y="198230"/>
                    <a:pt x="137775" y="197101"/>
                    <a:pt x="137363" y="195715"/>
                  </a:cubicBezTo>
                  <a:lnTo>
                    <a:pt x="118211" y="142222"/>
                  </a:lnTo>
                  <a:cubicBezTo>
                    <a:pt x="117644" y="140522"/>
                    <a:pt x="117886" y="138656"/>
                    <a:pt x="118872" y="137159"/>
                  </a:cubicBezTo>
                  <a:cubicBezTo>
                    <a:pt x="119934" y="135728"/>
                    <a:pt x="121601" y="134875"/>
                    <a:pt x="123384" y="134848"/>
                  </a:cubicBezTo>
                  <a:lnTo>
                    <a:pt x="150681" y="134848"/>
                  </a:lnTo>
                  <a:cubicBezTo>
                    <a:pt x="153719" y="134848"/>
                    <a:pt x="156184" y="137313"/>
                    <a:pt x="156184" y="140351"/>
                  </a:cubicBezTo>
                  <a:lnTo>
                    <a:pt x="156184" y="242163"/>
                  </a:lnTo>
                  <a:cubicBezTo>
                    <a:pt x="156184" y="245201"/>
                    <a:pt x="153719" y="247666"/>
                    <a:pt x="150681" y="247666"/>
                  </a:cubicBezTo>
                  <a:lnTo>
                    <a:pt x="131419" y="247666"/>
                  </a:lnTo>
                  <a:cubicBezTo>
                    <a:pt x="126862" y="247666"/>
                    <a:pt x="123164" y="251364"/>
                    <a:pt x="123164" y="255921"/>
                  </a:cubicBezTo>
                  <a:cubicBezTo>
                    <a:pt x="123164" y="260478"/>
                    <a:pt x="126862" y="264176"/>
                    <a:pt x="131419" y="264176"/>
                  </a:cubicBezTo>
                  <a:lnTo>
                    <a:pt x="197459" y="264176"/>
                  </a:lnTo>
                  <a:cubicBezTo>
                    <a:pt x="202016" y="264176"/>
                    <a:pt x="205714" y="260478"/>
                    <a:pt x="205714" y="255921"/>
                  </a:cubicBezTo>
                  <a:cubicBezTo>
                    <a:pt x="205714" y="251364"/>
                    <a:pt x="202016" y="247666"/>
                    <a:pt x="197459" y="247666"/>
                  </a:cubicBezTo>
                  <a:lnTo>
                    <a:pt x="178197" y="247666"/>
                  </a:lnTo>
                  <a:cubicBezTo>
                    <a:pt x="175160" y="247666"/>
                    <a:pt x="172694" y="245201"/>
                    <a:pt x="172694" y="242163"/>
                  </a:cubicBezTo>
                  <a:lnTo>
                    <a:pt x="172694" y="140351"/>
                  </a:lnTo>
                  <a:cubicBezTo>
                    <a:pt x="172694" y="137313"/>
                    <a:pt x="175160" y="134848"/>
                    <a:pt x="178197" y="134848"/>
                  </a:cubicBezTo>
                  <a:lnTo>
                    <a:pt x="205494" y="134848"/>
                  </a:lnTo>
                  <a:cubicBezTo>
                    <a:pt x="207250" y="134853"/>
                    <a:pt x="208895" y="135717"/>
                    <a:pt x="209897" y="137159"/>
                  </a:cubicBezTo>
                  <a:cubicBezTo>
                    <a:pt x="210953" y="138623"/>
                    <a:pt x="211239" y="140511"/>
                    <a:pt x="210667" y="142222"/>
                  </a:cubicBezTo>
                  <a:lnTo>
                    <a:pt x="191515" y="195715"/>
                  </a:lnTo>
                  <a:cubicBezTo>
                    <a:pt x="191103" y="197101"/>
                    <a:pt x="190096" y="198230"/>
                    <a:pt x="188764" y="198796"/>
                  </a:cubicBezTo>
                  <a:cubicBezTo>
                    <a:pt x="186937" y="199715"/>
                    <a:pt x="185781" y="201592"/>
                    <a:pt x="185792" y="203639"/>
                  </a:cubicBezTo>
                  <a:cubicBezTo>
                    <a:pt x="185787" y="225284"/>
                    <a:pt x="203331" y="242834"/>
                    <a:pt x="224976" y="242834"/>
                  </a:cubicBezTo>
                  <a:cubicBezTo>
                    <a:pt x="246620" y="242834"/>
                    <a:pt x="264165" y="225284"/>
                    <a:pt x="264160" y="203639"/>
                  </a:cubicBezTo>
                  <a:cubicBezTo>
                    <a:pt x="264171" y="201592"/>
                    <a:pt x="263015" y="199715"/>
                    <a:pt x="261188" y="198796"/>
                  </a:cubicBezTo>
                  <a:moveTo>
                    <a:pt x="215950" y="198136"/>
                  </a:moveTo>
                  <a:cubicBezTo>
                    <a:pt x="214195" y="198131"/>
                    <a:pt x="212549" y="197266"/>
                    <a:pt x="211548" y="195825"/>
                  </a:cubicBezTo>
                  <a:cubicBezTo>
                    <a:pt x="210491" y="194361"/>
                    <a:pt x="210205" y="192473"/>
                    <a:pt x="210777" y="190762"/>
                  </a:cubicBezTo>
                  <a:lnTo>
                    <a:pt x="220133" y="165666"/>
                  </a:lnTo>
                  <a:cubicBezTo>
                    <a:pt x="220925" y="163493"/>
                    <a:pt x="222989" y="162040"/>
                    <a:pt x="225306" y="162040"/>
                  </a:cubicBezTo>
                  <a:cubicBezTo>
                    <a:pt x="227623" y="162040"/>
                    <a:pt x="229687" y="163493"/>
                    <a:pt x="230479" y="165666"/>
                  </a:cubicBezTo>
                  <a:lnTo>
                    <a:pt x="239505" y="190762"/>
                  </a:lnTo>
                  <a:cubicBezTo>
                    <a:pt x="240077" y="192473"/>
                    <a:pt x="239791" y="194361"/>
                    <a:pt x="238734" y="195825"/>
                  </a:cubicBezTo>
                  <a:cubicBezTo>
                    <a:pt x="237710" y="197300"/>
                    <a:pt x="236015" y="198164"/>
                    <a:pt x="234221" y="198136"/>
                  </a:cubicBezTo>
                  <a:lnTo>
                    <a:pt x="215950" y="198136"/>
                  </a:lnTo>
                  <a:moveTo>
                    <a:pt x="94877" y="198136"/>
                  </a:moveTo>
                  <a:cubicBezTo>
                    <a:pt x="93121" y="198131"/>
                    <a:pt x="91476" y="197266"/>
                    <a:pt x="90474" y="195825"/>
                  </a:cubicBezTo>
                  <a:cubicBezTo>
                    <a:pt x="89418" y="194361"/>
                    <a:pt x="89131" y="192473"/>
                    <a:pt x="89704" y="190762"/>
                  </a:cubicBezTo>
                  <a:lnTo>
                    <a:pt x="99059" y="165666"/>
                  </a:lnTo>
                  <a:cubicBezTo>
                    <a:pt x="99852" y="163493"/>
                    <a:pt x="101916" y="162040"/>
                    <a:pt x="104233" y="162040"/>
                  </a:cubicBezTo>
                  <a:cubicBezTo>
                    <a:pt x="106550" y="162040"/>
                    <a:pt x="108613" y="163493"/>
                    <a:pt x="109406" y="165666"/>
                  </a:cubicBezTo>
                  <a:lnTo>
                    <a:pt x="118431" y="190762"/>
                  </a:lnTo>
                  <a:cubicBezTo>
                    <a:pt x="119004" y="192473"/>
                    <a:pt x="118717" y="194361"/>
                    <a:pt x="117661" y="195825"/>
                  </a:cubicBezTo>
                  <a:cubicBezTo>
                    <a:pt x="116637" y="197300"/>
                    <a:pt x="114942" y="198164"/>
                    <a:pt x="113148" y="198136"/>
                  </a:cubicBezTo>
                  <a:lnTo>
                    <a:pt x="94877" y="198136"/>
                  </a:lnTo>
                  <a:moveTo>
                    <a:pt x="71543" y="247666"/>
                  </a:moveTo>
                  <a:cubicBezTo>
                    <a:pt x="71543" y="244628"/>
                    <a:pt x="69077" y="242163"/>
                    <a:pt x="66040" y="242163"/>
                  </a:cubicBezTo>
                  <a:lnTo>
                    <a:pt x="27516" y="242163"/>
                  </a:lnTo>
                  <a:cubicBezTo>
                    <a:pt x="24478" y="242163"/>
                    <a:pt x="22013" y="239697"/>
                    <a:pt x="22013" y="236659"/>
                  </a:cubicBezTo>
                  <a:lnTo>
                    <a:pt x="22013" y="27533"/>
                  </a:lnTo>
                  <a:cubicBezTo>
                    <a:pt x="22013" y="24495"/>
                    <a:pt x="24478" y="22029"/>
                    <a:pt x="27516" y="22029"/>
                  </a:cubicBezTo>
                  <a:lnTo>
                    <a:pt x="143086" y="22029"/>
                  </a:lnTo>
                  <a:cubicBezTo>
                    <a:pt x="146124" y="22029"/>
                    <a:pt x="148590" y="24495"/>
                    <a:pt x="148590" y="27533"/>
                  </a:cubicBezTo>
                  <a:lnTo>
                    <a:pt x="148590" y="60553"/>
                  </a:lnTo>
                  <a:cubicBezTo>
                    <a:pt x="148590" y="72710"/>
                    <a:pt x="158446" y="82566"/>
                    <a:pt x="170603" y="82566"/>
                  </a:cubicBezTo>
                  <a:lnTo>
                    <a:pt x="203623" y="82566"/>
                  </a:lnTo>
                  <a:cubicBezTo>
                    <a:pt x="206661" y="82566"/>
                    <a:pt x="209126" y="85032"/>
                    <a:pt x="209126" y="88069"/>
                  </a:cubicBezTo>
                  <a:lnTo>
                    <a:pt x="209126" y="99076"/>
                  </a:lnTo>
                  <a:cubicBezTo>
                    <a:pt x="209126" y="102114"/>
                    <a:pt x="211592" y="104579"/>
                    <a:pt x="214629" y="104579"/>
                  </a:cubicBezTo>
                  <a:lnTo>
                    <a:pt x="225636" y="104579"/>
                  </a:lnTo>
                  <a:cubicBezTo>
                    <a:pt x="228674" y="104579"/>
                    <a:pt x="231139" y="102114"/>
                    <a:pt x="231139" y="99076"/>
                  </a:cubicBezTo>
                  <a:lnTo>
                    <a:pt x="231139" y="77063"/>
                  </a:lnTo>
                  <a:cubicBezTo>
                    <a:pt x="231156" y="74135"/>
                    <a:pt x="230006" y="71323"/>
                    <a:pt x="227948" y="69248"/>
                  </a:cubicBezTo>
                  <a:lnTo>
                    <a:pt x="161908" y="3208"/>
                  </a:lnTo>
                  <a:cubicBezTo>
                    <a:pt x="159833" y="1150"/>
                    <a:pt x="157021" y="0"/>
                    <a:pt x="154093" y="16"/>
                  </a:cubicBezTo>
                  <a:lnTo>
                    <a:pt x="22013" y="16"/>
                  </a:lnTo>
                  <a:cubicBezTo>
                    <a:pt x="9856" y="16"/>
                    <a:pt x="0" y="9872"/>
                    <a:pt x="0" y="22029"/>
                  </a:cubicBezTo>
                  <a:lnTo>
                    <a:pt x="0" y="242163"/>
                  </a:lnTo>
                  <a:cubicBezTo>
                    <a:pt x="0" y="254320"/>
                    <a:pt x="9856" y="264176"/>
                    <a:pt x="22013" y="264176"/>
                  </a:cubicBezTo>
                  <a:lnTo>
                    <a:pt x="66040" y="264176"/>
                  </a:lnTo>
                  <a:cubicBezTo>
                    <a:pt x="69077" y="264176"/>
                    <a:pt x="71543" y="261711"/>
                    <a:pt x="71543" y="258673"/>
                  </a:cubicBezTo>
                  <a:lnTo>
                    <a:pt x="71543" y="247666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7" name="Rounded Rectangle 30">
              <a:extLst>
                <a:ext uri="{FF2B5EF4-FFF2-40B4-BE49-F238E27FC236}">
                  <a16:creationId xmlns:a16="http://schemas.microsoft.com/office/drawing/2014/main" id="{735ABBBD-C505-62A9-8EAB-E00CBDFFAC28}"/>
                </a:ext>
              </a:extLst>
            </p:cNvPr>
            <p:cNvSpPr/>
            <p:nvPr/>
          </p:nvSpPr>
          <p:spPr>
            <a:xfrm>
              <a:off x="5478311" y="1907933"/>
              <a:ext cx="263714" cy="264644"/>
            </a:xfrm>
            <a:custGeom>
              <a:avLst/>
              <a:gdLst/>
              <a:ahLst/>
              <a:cxnLst/>
              <a:rect l="0" t="0" r="0" b="0"/>
              <a:pathLst>
                <a:path w="263714" h="264644">
                  <a:moveTo>
                    <a:pt x="175660" y="204063"/>
                  </a:moveTo>
                  <a:cubicBezTo>
                    <a:pt x="173371" y="198450"/>
                    <a:pt x="166976" y="195742"/>
                    <a:pt x="161352" y="198009"/>
                  </a:cubicBezTo>
                  <a:cubicBezTo>
                    <a:pt x="142805" y="205439"/>
                    <a:pt x="122113" y="205439"/>
                    <a:pt x="103567" y="198009"/>
                  </a:cubicBezTo>
                  <a:cubicBezTo>
                    <a:pt x="97942" y="195698"/>
                    <a:pt x="91509" y="198384"/>
                    <a:pt x="89203" y="204008"/>
                  </a:cubicBezTo>
                  <a:cubicBezTo>
                    <a:pt x="86892" y="209632"/>
                    <a:pt x="89577" y="216060"/>
                    <a:pt x="95202" y="218372"/>
                  </a:cubicBezTo>
                  <a:cubicBezTo>
                    <a:pt x="119059" y="228041"/>
                    <a:pt x="145750" y="228041"/>
                    <a:pt x="169607" y="218372"/>
                  </a:cubicBezTo>
                  <a:cubicBezTo>
                    <a:pt x="175220" y="216082"/>
                    <a:pt x="177928" y="209688"/>
                    <a:pt x="175660" y="204063"/>
                  </a:cubicBezTo>
                  <a:moveTo>
                    <a:pt x="175770" y="62848"/>
                  </a:moveTo>
                  <a:cubicBezTo>
                    <a:pt x="196854" y="77206"/>
                    <a:pt x="209467" y="101068"/>
                    <a:pt x="209451" y="126576"/>
                  </a:cubicBezTo>
                  <a:cubicBezTo>
                    <a:pt x="209434" y="129812"/>
                    <a:pt x="209253" y="133043"/>
                    <a:pt x="208901" y="136262"/>
                  </a:cubicBezTo>
                  <a:cubicBezTo>
                    <a:pt x="208169" y="142343"/>
                    <a:pt x="212505" y="147863"/>
                    <a:pt x="218586" y="148590"/>
                  </a:cubicBezTo>
                  <a:cubicBezTo>
                    <a:pt x="224668" y="149321"/>
                    <a:pt x="230187" y="144985"/>
                    <a:pt x="230914" y="138904"/>
                  </a:cubicBezTo>
                  <a:cubicBezTo>
                    <a:pt x="231371" y="134809"/>
                    <a:pt x="231552" y="130693"/>
                    <a:pt x="231464" y="126576"/>
                  </a:cubicBezTo>
                  <a:cubicBezTo>
                    <a:pt x="231481" y="93804"/>
                    <a:pt x="215284" y="63150"/>
                    <a:pt x="188208" y="44687"/>
                  </a:cubicBezTo>
                  <a:cubicBezTo>
                    <a:pt x="184967" y="42408"/>
                    <a:pt x="180745" y="42045"/>
                    <a:pt x="177163" y="43745"/>
                  </a:cubicBezTo>
                  <a:cubicBezTo>
                    <a:pt x="173580" y="45441"/>
                    <a:pt x="171186" y="48935"/>
                    <a:pt x="170900" y="52892"/>
                  </a:cubicBezTo>
                  <a:cubicBezTo>
                    <a:pt x="170614" y="56843"/>
                    <a:pt x="172474" y="60646"/>
                    <a:pt x="175770" y="62848"/>
                  </a:cubicBezTo>
                  <a:moveTo>
                    <a:pt x="46332" y="148479"/>
                  </a:moveTo>
                  <a:cubicBezTo>
                    <a:pt x="52342" y="147736"/>
                    <a:pt x="56618" y="142277"/>
                    <a:pt x="55908" y="136262"/>
                  </a:cubicBezTo>
                  <a:cubicBezTo>
                    <a:pt x="55743" y="133037"/>
                    <a:pt x="55743" y="129801"/>
                    <a:pt x="55908" y="126576"/>
                  </a:cubicBezTo>
                  <a:cubicBezTo>
                    <a:pt x="55770" y="101173"/>
                    <a:pt x="68164" y="77327"/>
                    <a:pt x="89038" y="62848"/>
                  </a:cubicBezTo>
                  <a:cubicBezTo>
                    <a:pt x="92334" y="60646"/>
                    <a:pt x="94195" y="56843"/>
                    <a:pt x="93908" y="52892"/>
                  </a:cubicBezTo>
                  <a:cubicBezTo>
                    <a:pt x="93622" y="48935"/>
                    <a:pt x="91228" y="45441"/>
                    <a:pt x="87646" y="43745"/>
                  </a:cubicBezTo>
                  <a:cubicBezTo>
                    <a:pt x="84063" y="42045"/>
                    <a:pt x="79842" y="42408"/>
                    <a:pt x="76600" y="44687"/>
                  </a:cubicBezTo>
                  <a:cubicBezTo>
                    <a:pt x="49524" y="63150"/>
                    <a:pt x="33328" y="93804"/>
                    <a:pt x="33344" y="126576"/>
                  </a:cubicBezTo>
                  <a:cubicBezTo>
                    <a:pt x="33328" y="130698"/>
                    <a:pt x="33586" y="134815"/>
                    <a:pt x="34115" y="138904"/>
                  </a:cubicBezTo>
                  <a:cubicBezTo>
                    <a:pt x="34858" y="144913"/>
                    <a:pt x="40317" y="149189"/>
                    <a:pt x="46332" y="148479"/>
                  </a:cubicBezTo>
                  <a:moveTo>
                    <a:pt x="172799" y="104563"/>
                  </a:moveTo>
                  <a:cubicBezTo>
                    <a:pt x="173646" y="104590"/>
                    <a:pt x="174461" y="104222"/>
                    <a:pt x="175000" y="103572"/>
                  </a:cubicBezTo>
                  <a:cubicBezTo>
                    <a:pt x="175495" y="102912"/>
                    <a:pt x="175699" y="102075"/>
                    <a:pt x="175550" y="101261"/>
                  </a:cubicBezTo>
                  <a:cubicBezTo>
                    <a:pt x="170972" y="80887"/>
                    <a:pt x="152888" y="66403"/>
                    <a:pt x="132008" y="66375"/>
                  </a:cubicBezTo>
                  <a:cubicBezTo>
                    <a:pt x="111128" y="66348"/>
                    <a:pt x="93011" y="80788"/>
                    <a:pt x="88378" y="101151"/>
                  </a:cubicBezTo>
                  <a:cubicBezTo>
                    <a:pt x="88003" y="101916"/>
                    <a:pt x="88003" y="102807"/>
                    <a:pt x="88378" y="103572"/>
                  </a:cubicBezTo>
                  <a:cubicBezTo>
                    <a:pt x="88917" y="104161"/>
                    <a:pt x="89671" y="104519"/>
                    <a:pt x="90469" y="104563"/>
                  </a:cubicBezTo>
                  <a:lnTo>
                    <a:pt x="172799" y="104563"/>
                  </a:lnTo>
                  <a:moveTo>
                    <a:pt x="104888" y="27516"/>
                  </a:moveTo>
                  <a:cubicBezTo>
                    <a:pt x="104888" y="42711"/>
                    <a:pt x="117209" y="55033"/>
                    <a:pt x="132404" y="55033"/>
                  </a:cubicBezTo>
                  <a:cubicBezTo>
                    <a:pt x="147599" y="55033"/>
                    <a:pt x="159921" y="42711"/>
                    <a:pt x="159921" y="27516"/>
                  </a:cubicBezTo>
                  <a:cubicBezTo>
                    <a:pt x="159921" y="12321"/>
                    <a:pt x="147599" y="0"/>
                    <a:pt x="132404" y="0"/>
                  </a:cubicBezTo>
                  <a:cubicBezTo>
                    <a:pt x="117209" y="0"/>
                    <a:pt x="104888" y="12321"/>
                    <a:pt x="104888" y="27516"/>
                  </a:cubicBezTo>
                  <a:moveTo>
                    <a:pt x="220458" y="225636"/>
                  </a:moveTo>
                  <a:cubicBezTo>
                    <a:pt x="199292" y="225471"/>
                    <a:pt x="180916" y="240170"/>
                    <a:pt x="176431" y="260857"/>
                  </a:cubicBezTo>
                  <a:cubicBezTo>
                    <a:pt x="176266" y="261655"/>
                    <a:pt x="176469" y="262492"/>
                    <a:pt x="176976" y="263125"/>
                  </a:cubicBezTo>
                  <a:cubicBezTo>
                    <a:pt x="177488" y="263763"/>
                    <a:pt x="178258" y="264143"/>
                    <a:pt x="179072" y="264160"/>
                  </a:cubicBezTo>
                  <a:lnTo>
                    <a:pt x="261182" y="264160"/>
                  </a:lnTo>
                  <a:cubicBezTo>
                    <a:pt x="262019" y="264132"/>
                    <a:pt x="262806" y="263774"/>
                    <a:pt x="263384" y="263169"/>
                  </a:cubicBezTo>
                  <a:cubicBezTo>
                    <a:pt x="263714" y="262393"/>
                    <a:pt x="263714" y="261523"/>
                    <a:pt x="263384" y="260747"/>
                  </a:cubicBezTo>
                  <a:cubicBezTo>
                    <a:pt x="258948" y="240506"/>
                    <a:pt x="241178" y="225972"/>
                    <a:pt x="220458" y="225636"/>
                  </a:cubicBezTo>
                  <a:moveTo>
                    <a:pt x="193271" y="187113"/>
                  </a:moveTo>
                  <a:cubicBezTo>
                    <a:pt x="193271" y="202308"/>
                    <a:pt x="205593" y="214629"/>
                    <a:pt x="220788" y="214629"/>
                  </a:cubicBezTo>
                  <a:cubicBezTo>
                    <a:pt x="235982" y="214629"/>
                    <a:pt x="248304" y="202308"/>
                    <a:pt x="248304" y="187113"/>
                  </a:cubicBezTo>
                  <a:cubicBezTo>
                    <a:pt x="248304" y="171918"/>
                    <a:pt x="235982" y="159596"/>
                    <a:pt x="220788" y="159596"/>
                  </a:cubicBezTo>
                  <a:cubicBezTo>
                    <a:pt x="205593" y="159596"/>
                    <a:pt x="193271" y="171918"/>
                    <a:pt x="193271" y="187113"/>
                  </a:cubicBezTo>
                  <a:moveTo>
                    <a:pt x="44351" y="225636"/>
                  </a:moveTo>
                  <a:cubicBezTo>
                    <a:pt x="23185" y="225471"/>
                    <a:pt x="4809" y="240170"/>
                    <a:pt x="324" y="260857"/>
                  </a:cubicBezTo>
                  <a:cubicBezTo>
                    <a:pt x="0" y="261595"/>
                    <a:pt x="0" y="262431"/>
                    <a:pt x="324" y="263169"/>
                  </a:cubicBezTo>
                  <a:cubicBezTo>
                    <a:pt x="1056" y="264231"/>
                    <a:pt x="2432" y="264644"/>
                    <a:pt x="3626" y="264160"/>
                  </a:cubicBezTo>
                  <a:lnTo>
                    <a:pt x="85626" y="264160"/>
                  </a:lnTo>
                  <a:cubicBezTo>
                    <a:pt x="86484" y="264187"/>
                    <a:pt x="87310" y="263807"/>
                    <a:pt x="87849" y="263136"/>
                  </a:cubicBezTo>
                  <a:cubicBezTo>
                    <a:pt x="88389" y="262464"/>
                    <a:pt x="88587" y="261584"/>
                    <a:pt x="88378" y="260747"/>
                  </a:cubicBezTo>
                  <a:cubicBezTo>
                    <a:pt x="83810" y="240132"/>
                    <a:pt x="65467" y="225499"/>
                    <a:pt x="44351" y="225636"/>
                  </a:cubicBezTo>
                  <a:moveTo>
                    <a:pt x="17605" y="187113"/>
                  </a:moveTo>
                  <a:cubicBezTo>
                    <a:pt x="17605" y="202308"/>
                    <a:pt x="29927" y="214629"/>
                    <a:pt x="45121" y="214629"/>
                  </a:cubicBezTo>
                  <a:cubicBezTo>
                    <a:pt x="60316" y="214629"/>
                    <a:pt x="72638" y="202308"/>
                    <a:pt x="72638" y="187113"/>
                  </a:cubicBezTo>
                  <a:cubicBezTo>
                    <a:pt x="72638" y="171918"/>
                    <a:pt x="60316" y="159596"/>
                    <a:pt x="45121" y="159596"/>
                  </a:cubicBezTo>
                  <a:cubicBezTo>
                    <a:pt x="29927" y="159596"/>
                    <a:pt x="17605" y="171918"/>
                    <a:pt x="17605" y="187113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77D4A615-1F39-E0C1-8E4D-494624066B1F}"/>
                </a:ext>
              </a:extLst>
            </p:cNvPr>
            <p:cNvSpPr/>
            <p:nvPr/>
          </p:nvSpPr>
          <p:spPr>
            <a:xfrm>
              <a:off x="5478591" y="3758484"/>
              <a:ext cx="264204" cy="261628"/>
            </a:xfrm>
            <a:custGeom>
              <a:avLst/>
              <a:gdLst/>
              <a:ahLst/>
              <a:cxnLst/>
              <a:rect l="0" t="0" r="0" b="0"/>
              <a:pathLst>
                <a:path w="264204" h="261628">
                  <a:moveTo>
                    <a:pt x="260241" y="170052"/>
                  </a:moveTo>
                  <a:lnTo>
                    <a:pt x="243291" y="150351"/>
                  </a:lnTo>
                  <a:cubicBezTo>
                    <a:pt x="242763" y="149432"/>
                    <a:pt x="242763" y="148298"/>
                    <a:pt x="243291" y="147379"/>
                  </a:cubicBezTo>
                  <a:cubicBezTo>
                    <a:pt x="243742" y="146394"/>
                    <a:pt x="244744" y="145783"/>
                    <a:pt x="245822" y="145838"/>
                  </a:cubicBezTo>
                  <a:lnTo>
                    <a:pt x="253197" y="145838"/>
                  </a:lnTo>
                  <a:cubicBezTo>
                    <a:pt x="256235" y="145838"/>
                    <a:pt x="258700" y="143372"/>
                    <a:pt x="258700" y="140335"/>
                  </a:cubicBezTo>
                  <a:lnTo>
                    <a:pt x="258700" y="123714"/>
                  </a:lnTo>
                  <a:cubicBezTo>
                    <a:pt x="258700" y="120677"/>
                    <a:pt x="256235" y="118211"/>
                    <a:pt x="253197" y="118211"/>
                  </a:cubicBezTo>
                  <a:lnTo>
                    <a:pt x="224139" y="118211"/>
                  </a:lnTo>
                  <a:cubicBezTo>
                    <a:pt x="223088" y="118250"/>
                    <a:pt x="222125" y="117633"/>
                    <a:pt x="221718" y="116670"/>
                  </a:cubicBezTo>
                  <a:lnTo>
                    <a:pt x="208180" y="86622"/>
                  </a:lnTo>
                  <a:cubicBezTo>
                    <a:pt x="206479" y="82285"/>
                    <a:pt x="203050" y="78857"/>
                    <a:pt x="198714" y="77156"/>
                  </a:cubicBezTo>
                  <a:cubicBezTo>
                    <a:pt x="197839" y="76826"/>
                    <a:pt x="197178" y="76083"/>
                    <a:pt x="196953" y="75175"/>
                  </a:cubicBezTo>
                  <a:cubicBezTo>
                    <a:pt x="193359" y="53800"/>
                    <a:pt x="175732" y="37582"/>
                    <a:pt x="154137" y="35771"/>
                  </a:cubicBezTo>
                  <a:lnTo>
                    <a:pt x="110110" y="35771"/>
                  </a:lnTo>
                  <a:cubicBezTo>
                    <a:pt x="89247" y="37417"/>
                    <a:pt x="72005" y="52688"/>
                    <a:pt x="67845" y="73194"/>
                  </a:cubicBezTo>
                  <a:cubicBezTo>
                    <a:pt x="67696" y="74245"/>
                    <a:pt x="67036" y="75153"/>
                    <a:pt x="66084" y="75615"/>
                  </a:cubicBezTo>
                  <a:cubicBezTo>
                    <a:pt x="60305" y="77112"/>
                    <a:pt x="55523" y="81168"/>
                    <a:pt x="53096" y="86622"/>
                  </a:cubicBezTo>
                  <a:lnTo>
                    <a:pt x="41429" y="116450"/>
                  </a:lnTo>
                  <a:cubicBezTo>
                    <a:pt x="41049" y="117518"/>
                    <a:pt x="40031" y="118228"/>
                    <a:pt x="38897" y="118211"/>
                  </a:cubicBezTo>
                  <a:lnTo>
                    <a:pt x="11050" y="118211"/>
                  </a:lnTo>
                  <a:cubicBezTo>
                    <a:pt x="8012" y="118211"/>
                    <a:pt x="5547" y="120677"/>
                    <a:pt x="5547" y="123714"/>
                  </a:cubicBezTo>
                  <a:lnTo>
                    <a:pt x="5547" y="140335"/>
                  </a:lnTo>
                  <a:cubicBezTo>
                    <a:pt x="5547" y="143372"/>
                    <a:pt x="8012" y="145838"/>
                    <a:pt x="11050" y="145838"/>
                  </a:cubicBezTo>
                  <a:lnTo>
                    <a:pt x="18865" y="145838"/>
                  </a:lnTo>
                  <a:cubicBezTo>
                    <a:pt x="19944" y="145783"/>
                    <a:pt x="20945" y="146394"/>
                    <a:pt x="21396" y="147379"/>
                  </a:cubicBezTo>
                  <a:cubicBezTo>
                    <a:pt x="21925" y="148298"/>
                    <a:pt x="21925" y="149432"/>
                    <a:pt x="21396" y="150351"/>
                  </a:cubicBezTo>
                  <a:lnTo>
                    <a:pt x="4006" y="170052"/>
                  </a:lnTo>
                  <a:cubicBezTo>
                    <a:pt x="1403" y="173123"/>
                    <a:pt x="0" y="177031"/>
                    <a:pt x="44" y="181059"/>
                  </a:cubicBezTo>
                  <a:lnTo>
                    <a:pt x="44" y="200981"/>
                  </a:lnTo>
                  <a:cubicBezTo>
                    <a:pt x="93" y="214283"/>
                    <a:pt x="8117" y="226258"/>
                    <a:pt x="20406" y="231360"/>
                  </a:cubicBezTo>
                  <a:cubicBezTo>
                    <a:pt x="21413" y="231800"/>
                    <a:pt x="22062" y="232796"/>
                    <a:pt x="22057" y="233891"/>
                  </a:cubicBezTo>
                  <a:lnTo>
                    <a:pt x="22057" y="250621"/>
                  </a:lnTo>
                  <a:cubicBezTo>
                    <a:pt x="22057" y="256702"/>
                    <a:pt x="26982" y="261628"/>
                    <a:pt x="33064" y="261628"/>
                  </a:cubicBezTo>
                  <a:lnTo>
                    <a:pt x="55077" y="261628"/>
                  </a:lnTo>
                  <a:cubicBezTo>
                    <a:pt x="61158" y="261628"/>
                    <a:pt x="66084" y="256702"/>
                    <a:pt x="66084" y="250621"/>
                  </a:cubicBezTo>
                  <a:lnTo>
                    <a:pt x="66084" y="236533"/>
                  </a:lnTo>
                  <a:cubicBezTo>
                    <a:pt x="66084" y="235014"/>
                    <a:pt x="67316" y="233781"/>
                    <a:pt x="68835" y="233781"/>
                  </a:cubicBezTo>
                  <a:lnTo>
                    <a:pt x="195412" y="233781"/>
                  </a:lnTo>
                  <a:cubicBezTo>
                    <a:pt x="196931" y="233781"/>
                    <a:pt x="198164" y="235014"/>
                    <a:pt x="198164" y="236533"/>
                  </a:cubicBezTo>
                  <a:lnTo>
                    <a:pt x="198164" y="250401"/>
                  </a:lnTo>
                  <a:cubicBezTo>
                    <a:pt x="198164" y="256482"/>
                    <a:pt x="203089" y="261408"/>
                    <a:pt x="209170" y="261408"/>
                  </a:cubicBezTo>
                  <a:lnTo>
                    <a:pt x="231184" y="261408"/>
                  </a:lnTo>
                  <a:cubicBezTo>
                    <a:pt x="237265" y="261408"/>
                    <a:pt x="242190" y="256482"/>
                    <a:pt x="242190" y="250401"/>
                  </a:cubicBezTo>
                  <a:lnTo>
                    <a:pt x="242190" y="233671"/>
                  </a:lnTo>
                  <a:cubicBezTo>
                    <a:pt x="242185" y="232576"/>
                    <a:pt x="242834" y="231580"/>
                    <a:pt x="243841" y="231139"/>
                  </a:cubicBezTo>
                  <a:cubicBezTo>
                    <a:pt x="256130" y="226038"/>
                    <a:pt x="264154" y="214063"/>
                    <a:pt x="264204" y="200761"/>
                  </a:cubicBezTo>
                  <a:lnTo>
                    <a:pt x="264204" y="180839"/>
                  </a:lnTo>
                  <a:cubicBezTo>
                    <a:pt x="264198" y="176888"/>
                    <a:pt x="262795" y="173068"/>
                    <a:pt x="260241" y="170052"/>
                  </a:cubicBezTo>
                  <a:moveTo>
                    <a:pt x="143130" y="60426"/>
                  </a:moveTo>
                  <a:cubicBezTo>
                    <a:pt x="143191" y="58951"/>
                    <a:pt x="144401" y="57784"/>
                    <a:pt x="145882" y="57784"/>
                  </a:cubicBezTo>
                  <a:lnTo>
                    <a:pt x="154137" y="57784"/>
                  </a:lnTo>
                  <a:cubicBezTo>
                    <a:pt x="161753" y="58555"/>
                    <a:pt x="168418" y="63222"/>
                    <a:pt x="171748" y="70112"/>
                  </a:cubicBezTo>
                  <a:cubicBezTo>
                    <a:pt x="172287" y="70948"/>
                    <a:pt x="172287" y="72027"/>
                    <a:pt x="171748" y="72864"/>
                  </a:cubicBezTo>
                  <a:cubicBezTo>
                    <a:pt x="171263" y="73750"/>
                    <a:pt x="170333" y="74295"/>
                    <a:pt x="169326" y="74295"/>
                  </a:cubicBezTo>
                  <a:lnTo>
                    <a:pt x="145882" y="74295"/>
                  </a:lnTo>
                  <a:cubicBezTo>
                    <a:pt x="144346" y="74234"/>
                    <a:pt x="143130" y="72974"/>
                    <a:pt x="143130" y="71433"/>
                  </a:cubicBezTo>
                  <a:lnTo>
                    <a:pt x="143130" y="60426"/>
                  </a:lnTo>
                  <a:moveTo>
                    <a:pt x="92500" y="70112"/>
                  </a:moveTo>
                  <a:cubicBezTo>
                    <a:pt x="95829" y="63222"/>
                    <a:pt x="102494" y="58555"/>
                    <a:pt x="110110" y="57784"/>
                  </a:cubicBezTo>
                  <a:lnTo>
                    <a:pt x="118365" y="57784"/>
                  </a:lnTo>
                  <a:cubicBezTo>
                    <a:pt x="119846" y="57784"/>
                    <a:pt x="121056" y="58951"/>
                    <a:pt x="121117" y="60426"/>
                  </a:cubicBezTo>
                  <a:lnTo>
                    <a:pt x="121117" y="71433"/>
                  </a:lnTo>
                  <a:cubicBezTo>
                    <a:pt x="121117" y="72974"/>
                    <a:pt x="119901" y="74234"/>
                    <a:pt x="118365" y="74295"/>
                  </a:cubicBezTo>
                  <a:lnTo>
                    <a:pt x="94921" y="74295"/>
                  </a:lnTo>
                  <a:cubicBezTo>
                    <a:pt x="93914" y="74295"/>
                    <a:pt x="92984" y="73750"/>
                    <a:pt x="92500" y="72864"/>
                  </a:cubicBezTo>
                  <a:cubicBezTo>
                    <a:pt x="91960" y="72027"/>
                    <a:pt x="91960" y="70948"/>
                    <a:pt x="92500" y="70112"/>
                  </a:cubicBezTo>
                  <a:moveTo>
                    <a:pt x="61571" y="125145"/>
                  </a:moveTo>
                  <a:lnTo>
                    <a:pt x="72247" y="97629"/>
                  </a:lnTo>
                  <a:cubicBezTo>
                    <a:pt x="72627" y="96561"/>
                    <a:pt x="73645" y="95851"/>
                    <a:pt x="74779" y="95868"/>
                  </a:cubicBezTo>
                  <a:lnTo>
                    <a:pt x="187157" y="97629"/>
                  </a:lnTo>
                  <a:cubicBezTo>
                    <a:pt x="188197" y="97623"/>
                    <a:pt x="189144" y="98223"/>
                    <a:pt x="189578" y="99170"/>
                  </a:cubicBezTo>
                  <a:lnTo>
                    <a:pt x="201245" y="125255"/>
                  </a:lnTo>
                  <a:cubicBezTo>
                    <a:pt x="201675" y="126081"/>
                    <a:pt x="201675" y="127071"/>
                    <a:pt x="201245" y="127897"/>
                  </a:cubicBezTo>
                  <a:cubicBezTo>
                    <a:pt x="200745" y="128678"/>
                    <a:pt x="199864" y="129141"/>
                    <a:pt x="198934" y="129108"/>
                  </a:cubicBezTo>
                  <a:lnTo>
                    <a:pt x="64102" y="129108"/>
                  </a:lnTo>
                  <a:cubicBezTo>
                    <a:pt x="63238" y="129108"/>
                    <a:pt x="62418" y="128700"/>
                    <a:pt x="61901" y="128007"/>
                  </a:cubicBezTo>
                  <a:cubicBezTo>
                    <a:pt x="61400" y="127264"/>
                    <a:pt x="61279" y="126323"/>
                    <a:pt x="61571" y="125475"/>
                  </a:cubicBezTo>
                  <a:moveTo>
                    <a:pt x="69165" y="210337"/>
                  </a:moveTo>
                  <a:cubicBezTo>
                    <a:pt x="68687" y="211080"/>
                    <a:pt x="67845" y="211498"/>
                    <a:pt x="66964" y="211438"/>
                  </a:cubicBezTo>
                  <a:lnTo>
                    <a:pt x="35815" y="211438"/>
                  </a:lnTo>
                  <a:cubicBezTo>
                    <a:pt x="28342" y="211438"/>
                    <a:pt x="22238" y="205477"/>
                    <a:pt x="22057" y="198009"/>
                  </a:cubicBezTo>
                  <a:lnTo>
                    <a:pt x="22057" y="187003"/>
                  </a:lnTo>
                  <a:cubicBezTo>
                    <a:pt x="22057" y="185484"/>
                    <a:pt x="23290" y="184251"/>
                    <a:pt x="24809" y="184251"/>
                  </a:cubicBezTo>
                  <a:lnTo>
                    <a:pt x="35815" y="184251"/>
                  </a:lnTo>
                  <a:cubicBezTo>
                    <a:pt x="50856" y="184207"/>
                    <a:pt x="64311" y="193579"/>
                    <a:pt x="69496" y="207695"/>
                  </a:cubicBezTo>
                  <a:cubicBezTo>
                    <a:pt x="70013" y="208658"/>
                    <a:pt x="69881" y="209842"/>
                    <a:pt x="69165" y="210667"/>
                  </a:cubicBezTo>
                  <a:moveTo>
                    <a:pt x="170647" y="208686"/>
                  </a:moveTo>
                  <a:cubicBezTo>
                    <a:pt x="170647" y="210227"/>
                    <a:pt x="169431" y="211487"/>
                    <a:pt x="167895" y="211548"/>
                  </a:cubicBezTo>
                  <a:lnTo>
                    <a:pt x="96352" y="211548"/>
                  </a:lnTo>
                  <a:cubicBezTo>
                    <a:pt x="94816" y="211487"/>
                    <a:pt x="93600" y="210227"/>
                    <a:pt x="93600" y="208686"/>
                  </a:cubicBezTo>
                  <a:lnTo>
                    <a:pt x="93600" y="200541"/>
                  </a:lnTo>
                  <a:cubicBezTo>
                    <a:pt x="93600" y="191422"/>
                    <a:pt x="100991" y="184031"/>
                    <a:pt x="110110" y="184031"/>
                  </a:cubicBezTo>
                  <a:lnTo>
                    <a:pt x="154137" y="184031"/>
                  </a:lnTo>
                  <a:cubicBezTo>
                    <a:pt x="163256" y="184031"/>
                    <a:pt x="170647" y="191422"/>
                    <a:pt x="170647" y="200541"/>
                  </a:cubicBezTo>
                  <a:lnTo>
                    <a:pt x="170647" y="208686"/>
                  </a:lnTo>
                  <a:moveTo>
                    <a:pt x="242190" y="197679"/>
                  </a:moveTo>
                  <a:cubicBezTo>
                    <a:pt x="242190" y="205279"/>
                    <a:pt x="236032" y="211438"/>
                    <a:pt x="228432" y="211438"/>
                  </a:cubicBezTo>
                  <a:lnTo>
                    <a:pt x="197283" y="211438"/>
                  </a:lnTo>
                  <a:cubicBezTo>
                    <a:pt x="196402" y="211498"/>
                    <a:pt x="195560" y="211080"/>
                    <a:pt x="195082" y="210337"/>
                  </a:cubicBezTo>
                  <a:cubicBezTo>
                    <a:pt x="194652" y="209550"/>
                    <a:pt x="194652" y="208592"/>
                    <a:pt x="195082" y="207805"/>
                  </a:cubicBezTo>
                  <a:cubicBezTo>
                    <a:pt x="200117" y="193513"/>
                    <a:pt x="213611" y="183943"/>
                    <a:pt x="228762" y="183921"/>
                  </a:cubicBezTo>
                  <a:lnTo>
                    <a:pt x="239769" y="183921"/>
                  </a:lnTo>
                  <a:cubicBezTo>
                    <a:pt x="241288" y="183921"/>
                    <a:pt x="242520" y="185154"/>
                    <a:pt x="242520" y="186673"/>
                  </a:cubicBezTo>
                  <a:lnTo>
                    <a:pt x="242190" y="197679"/>
                  </a:lnTo>
                  <a:moveTo>
                    <a:pt x="132124" y="27406"/>
                  </a:moveTo>
                  <a:cubicBezTo>
                    <a:pt x="136642" y="27406"/>
                    <a:pt x="140318" y="23779"/>
                    <a:pt x="140379" y="19261"/>
                  </a:cubicBezTo>
                  <a:lnTo>
                    <a:pt x="140379" y="8255"/>
                  </a:lnTo>
                  <a:cubicBezTo>
                    <a:pt x="140379" y="3698"/>
                    <a:pt x="136680" y="0"/>
                    <a:pt x="132124" y="0"/>
                  </a:cubicBezTo>
                  <a:cubicBezTo>
                    <a:pt x="127567" y="0"/>
                    <a:pt x="123869" y="3698"/>
                    <a:pt x="123869" y="8255"/>
                  </a:cubicBezTo>
                  <a:lnTo>
                    <a:pt x="123869" y="19261"/>
                  </a:lnTo>
                  <a:cubicBezTo>
                    <a:pt x="123929" y="23779"/>
                    <a:pt x="127605" y="27406"/>
                    <a:pt x="132124" y="27406"/>
                  </a:cubicBezTo>
                  <a:moveTo>
                    <a:pt x="168886" y="26636"/>
                  </a:moveTo>
                  <a:lnTo>
                    <a:pt x="179892" y="21132"/>
                  </a:lnTo>
                  <a:cubicBezTo>
                    <a:pt x="183492" y="18815"/>
                    <a:pt x="184763" y="14160"/>
                    <a:pt x="182837" y="10335"/>
                  </a:cubicBezTo>
                  <a:cubicBezTo>
                    <a:pt x="180911" y="6515"/>
                    <a:pt x="176409" y="4760"/>
                    <a:pt x="172408" y="6273"/>
                  </a:cubicBezTo>
                  <a:lnTo>
                    <a:pt x="161401" y="11777"/>
                  </a:lnTo>
                  <a:cubicBezTo>
                    <a:pt x="157384" y="13835"/>
                    <a:pt x="155766" y="18738"/>
                    <a:pt x="157769" y="22783"/>
                  </a:cubicBezTo>
                  <a:cubicBezTo>
                    <a:pt x="159794" y="26894"/>
                    <a:pt x="164753" y="28617"/>
                    <a:pt x="168886" y="26636"/>
                  </a:cubicBezTo>
                  <a:moveTo>
                    <a:pt x="84355" y="21132"/>
                  </a:moveTo>
                  <a:lnTo>
                    <a:pt x="95361" y="26636"/>
                  </a:lnTo>
                  <a:cubicBezTo>
                    <a:pt x="99362" y="28149"/>
                    <a:pt x="103864" y="26393"/>
                    <a:pt x="105790" y="22574"/>
                  </a:cubicBezTo>
                  <a:cubicBezTo>
                    <a:pt x="107716" y="18749"/>
                    <a:pt x="106445" y="14094"/>
                    <a:pt x="102846" y="11777"/>
                  </a:cubicBezTo>
                  <a:lnTo>
                    <a:pt x="91839" y="6273"/>
                  </a:lnTo>
                  <a:cubicBezTo>
                    <a:pt x="87761" y="4353"/>
                    <a:pt x="82896" y="6004"/>
                    <a:pt x="80832" y="10016"/>
                  </a:cubicBezTo>
                  <a:cubicBezTo>
                    <a:pt x="78741" y="14061"/>
                    <a:pt x="80315" y="19030"/>
                    <a:pt x="84355" y="21132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19" name="Rounded Rectangle 32">
              <a:extLst>
                <a:ext uri="{FF2B5EF4-FFF2-40B4-BE49-F238E27FC236}">
                  <a16:creationId xmlns:a16="http://schemas.microsoft.com/office/drawing/2014/main" id="{44A1B735-E210-B077-954D-0C2ED7E16AA8}"/>
                </a:ext>
              </a:extLst>
            </p:cNvPr>
            <p:cNvSpPr/>
            <p:nvPr/>
          </p:nvSpPr>
          <p:spPr>
            <a:xfrm>
              <a:off x="5478635" y="2436253"/>
              <a:ext cx="264160" cy="264160"/>
            </a:xfrm>
            <a:custGeom>
              <a:avLst/>
              <a:gdLst/>
              <a:ahLst/>
              <a:cxnLst/>
              <a:rect l="0" t="0" r="0" b="0"/>
              <a:pathLst>
                <a:path w="264160" h="264160">
                  <a:moveTo>
                    <a:pt x="115569" y="66040"/>
                  </a:moveTo>
                  <a:cubicBezTo>
                    <a:pt x="115581" y="58593"/>
                    <a:pt x="116621" y="51186"/>
                    <a:pt x="118651" y="44026"/>
                  </a:cubicBezTo>
                  <a:lnTo>
                    <a:pt x="33020" y="44026"/>
                  </a:lnTo>
                  <a:cubicBezTo>
                    <a:pt x="14781" y="44026"/>
                    <a:pt x="0" y="58808"/>
                    <a:pt x="0" y="77046"/>
                  </a:cubicBezTo>
                  <a:lnTo>
                    <a:pt x="0" y="231139"/>
                  </a:lnTo>
                  <a:cubicBezTo>
                    <a:pt x="0" y="249378"/>
                    <a:pt x="14781" y="264160"/>
                    <a:pt x="33020" y="264160"/>
                  </a:cubicBezTo>
                  <a:lnTo>
                    <a:pt x="187113" y="264160"/>
                  </a:lnTo>
                  <a:cubicBezTo>
                    <a:pt x="205351" y="264160"/>
                    <a:pt x="220133" y="249378"/>
                    <a:pt x="220133" y="231139"/>
                  </a:cubicBezTo>
                  <a:lnTo>
                    <a:pt x="220133" y="145508"/>
                  </a:lnTo>
                  <a:cubicBezTo>
                    <a:pt x="212973" y="147538"/>
                    <a:pt x="205566" y="148578"/>
                    <a:pt x="198119" y="148590"/>
                  </a:cubicBezTo>
                  <a:cubicBezTo>
                    <a:pt x="152530" y="148590"/>
                    <a:pt x="115569" y="111629"/>
                    <a:pt x="115569" y="66040"/>
                  </a:cubicBezTo>
                  <a:moveTo>
                    <a:pt x="198119" y="0"/>
                  </a:moveTo>
                  <a:cubicBezTo>
                    <a:pt x="161649" y="0"/>
                    <a:pt x="132080" y="29569"/>
                    <a:pt x="132080" y="66040"/>
                  </a:cubicBezTo>
                  <a:cubicBezTo>
                    <a:pt x="132080" y="102510"/>
                    <a:pt x="161649" y="132080"/>
                    <a:pt x="198119" y="132080"/>
                  </a:cubicBezTo>
                  <a:cubicBezTo>
                    <a:pt x="234590" y="132080"/>
                    <a:pt x="264160" y="102510"/>
                    <a:pt x="264160" y="66040"/>
                  </a:cubicBezTo>
                  <a:cubicBezTo>
                    <a:pt x="264160" y="29569"/>
                    <a:pt x="234590" y="0"/>
                    <a:pt x="198119" y="0"/>
                  </a:cubicBezTo>
                  <a:moveTo>
                    <a:pt x="198119" y="22013"/>
                  </a:moveTo>
                  <a:cubicBezTo>
                    <a:pt x="202654" y="22073"/>
                    <a:pt x="206314" y="25733"/>
                    <a:pt x="206374" y="30268"/>
                  </a:cubicBezTo>
                  <a:lnTo>
                    <a:pt x="206374" y="63288"/>
                  </a:lnTo>
                  <a:cubicBezTo>
                    <a:pt x="206374" y="67845"/>
                    <a:pt x="202676" y="71543"/>
                    <a:pt x="198119" y="71543"/>
                  </a:cubicBezTo>
                  <a:cubicBezTo>
                    <a:pt x="193563" y="71543"/>
                    <a:pt x="189864" y="67845"/>
                    <a:pt x="189864" y="63288"/>
                  </a:cubicBezTo>
                  <a:lnTo>
                    <a:pt x="189864" y="30268"/>
                  </a:lnTo>
                  <a:cubicBezTo>
                    <a:pt x="189925" y="25733"/>
                    <a:pt x="193585" y="22073"/>
                    <a:pt x="198119" y="22013"/>
                  </a:cubicBezTo>
                  <a:moveTo>
                    <a:pt x="198119" y="107314"/>
                  </a:moveTo>
                  <a:cubicBezTo>
                    <a:pt x="191251" y="107314"/>
                    <a:pt x="185682" y="101745"/>
                    <a:pt x="185682" y="94877"/>
                  </a:cubicBezTo>
                  <a:cubicBezTo>
                    <a:pt x="185682" y="88009"/>
                    <a:pt x="191251" y="82439"/>
                    <a:pt x="198119" y="82439"/>
                  </a:cubicBezTo>
                  <a:cubicBezTo>
                    <a:pt x="204988" y="82439"/>
                    <a:pt x="210557" y="88009"/>
                    <a:pt x="210557" y="94877"/>
                  </a:cubicBezTo>
                  <a:cubicBezTo>
                    <a:pt x="210557" y="101745"/>
                    <a:pt x="204988" y="107314"/>
                    <a:pt x="198119" y="107314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F3B740-064C-BA97-B6A3-BD947950FA38}"/>
                </a:ext>
              </a:extLst>
            </p:cNvPr>
            <p:cNvSpPr txBox="1"/>
            <p:nvPr/>
          </p:nvSpPr>
          <p:spPr>
            <a:xfrm>
              <a:off x="5885882" y="2740478"/>
              <a:ext cx="13160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Guarantees immediate,
informed help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7458E9-DD1B-DD80-3AAE-2A6A7240B856}"/>
                </a:ext>
              </a:extLst>
            </p:cNvPr>
            <p:cNvSpPr txBox="1"/>
            <p:nvPr/>
          </p:nvSpPr>
          <p:spPr>
            <a:xfrm>
              <a:off x="5885882" y="3071008"/>
              <a:ext cx="11525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DE8431"/>
                  </a:solidFill>
                  <a:latin typeface="Bahnschrift" panose="020B0502040204020203" pitchFamily="34" charset="0"/>
                </a:rPr>
                <a:t>Financial and Social
Protection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E9E4B6-FF55-228B-CE9E-C631C65D20E4}"/>
                </a:ext>
              </a:extLst>
            </p:cNvPr>
            <p:cNvSpPr txBox="1"/>
            <p:nvPr/>
          </p:nvSpPr>
          <p:spPr>
            <a:xfrm>
              <a:off x="5885882" y="2410608"/>
              <a:ext cx="6444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dirty="0">
                  <a:solidFill>
                    <a:schemeClr val="bg2"/>
                  </a:solidFill>
                  <a:latin typeface="Bahnschrift" panose="020B0502040204020203" pitchFamily="34" charset="0"/>
                </a:rPr>
                <a:t>Emergency
Response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D89360-6CF6-F065-1192-3F34170C84D3}"/>
                </a:ext>
              </a:extLst>
            </p:cNvPr>
            <p:cNvSpPr txBox="1"/>
            <p:nvPr/>
          </p:nvSpPr>
          <p:spPr>
            <a:xfrm>
              <a:off x="5885882" y="3400878"/>
              <a:ext cx="15308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Protects tourists, removes
barriers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05EB7C-CDA5-595B-D2CB-6EFB21833187}"/>
                </a:ext>
              </a:extLst>
            </p:cNvPr>
            <p:cNvSpPr txBox="1"/>
            <p:nvPr/>
          </p:nvSpPr>
          <p:spPr>
            <a:xfrm>
              <a:off x="5885882" y="5844358"/>
              <a:ext cx="13417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Turns safety cost into a
national asset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AE9334E-469A-FFCF-9677-E110052B66C0}"/>
                </a:ext>
              </a:extLst>
            </p:cNvPr>
            <p:cNvSpPr txBox="1"/>
            <p:nvPr/>
          </p:nvSpPr>
          <p:spPr>
            <a:xfrm>
              <a:off x="5885882" y="2080078"/>
              <a:ext cx="153247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Eliminates stress, ensures
safety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AB14EB1-E108-2A8B-4998-E4C055C30A4F}"/>
                </a:ext>
              </a:extLst>
            </p:cNvPr>
            <p:cNvSpPr txBox="1"/>
            <p:nvPr/>
          </p:nvSpPr>
          <p:spPr>
            <a:xfrm>
              <a:off x="5885882" y="3731353"/>
              <a:ext cx="105157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E55753"/>
                  </a:solidFill>
                  <a:latin typeface="Bahnschrift" panose="020B0502040204020203" pitchFamily="34" charset="0"/>
                </a:rPr>
                <a:t>Proactive Policing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361625-FCD5-AFCB-E7EB-19C2CD2A45CC}"/>
                </a:ext>
              </a:extLst>
            </p:cNvPr>
            <p:cNvSpPr txBox="1"/>
            <p:nvPr/>
          </p:nvSpPr>
          <p:spPr>
            <a:xfrm>
              <a:off x="5885882" y="3929198"/>
              <a:ext cx="14667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Prevents crime, manages
crowds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C1E54A-A6AE-1CFF-65E4-344A03AE8DFF}"/>
                </a:ext>
              </a:extLst>
            </p:cNvPr>
            <p:cNvSpPr txBox="1"/>
            <p:nvPr/>
          </p:nvSpPr>
          <p:spPr>
            <a:xfrm>
              <a:off x="5885882" y="1882233"/>
              <a:ext cx="112530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92BD39"/>
                  </a:solidFill>
                  <a:latin typeface="Bahnschrift" panose="020B0502040204020203" pitchFamily="34" charset="0"/>
                </a:rPr>
                <a:t>Group Coordination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EF0746-3990-B838-842B-6249C81299E8}"/>
                </a:ext>
              </a:extLst>
            </p:cNvPr>
            <p:cNvSpPr txBox="1"/>
            <p:nvPr/>
          </p:nvSpPr>
          <p:spPr>
            <a:xfrm>
              <a:off x="5885882" y="4259728"/>
              <a:ext cx="6973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DE58A9"/>
                  </a:solidFill>
                  <a:latin typeface="Bahnschrift" panose="020B0502040204020203" pitchFamily="34" charset="0"/>
                </a:rPr>
                <a:t>Streamlined
Processes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8AF467-4D0F-A950-F4AC-8062235194E5}"/>
                </a:ext>
              </a:extLst>
            </p:cNvPr>
            <p:cNvSpPr txBox="1"/>
            <p:nvPr/>
          </p:nvSpPr>
          <p:spPr>
            <a:xfrm>
              <a:off x="5885882" y="1551758"/>
              <a:ext cx="122148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Shifts from anxiety to
confidence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7BD77D0-E9D3-EFAA-D6B7-DE331B4F6970}"/>
                </a:ext>
              </a:extLst>
            </p:cNvPr>
            <p:cNvSpPr txBox="1"/>
            <p:nvPr/>
          </p:nvSpPr>
          <p:spPr>
            <a:xfrm>
              <a:off x="5885882" y="4589598"/>
              <a:ext cx="15468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Accelerates investigations,
ensures justice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DE462D-6045-5271-656C-62395FC94CC5}"/>
                </a:ext>
              </a:extLst>
            </p:cNvPr>
            <p:cNvSpPr txBox="1"/>
            <p:nvPr/>
          </p:nvSpPr>
          <p:spPr>
            <a:xfrm>
              <a:off x="5885882" y="1221888"/>
              <a:ext cx="8431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dirty="0">
                  <a:solidFill>
                    <a:srgbClr val="3CC583"/>
                  </a:solidFill>
                  <a:latin typeface="Bahnschrift" panose="020B0502040204020203" pitchFamily="34" charset="0"/>
                </a:rPr>
                <a:t>Traveler
Empowerment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46A401-1E86-1327-EBCB-B31C9425AD59}"/>
                </a:ext>
              </a:extLst>
            </p:cNvPr>
            <p:cNvSpPr txBox="1"/>
            <p:nvPr/>
          </p:nvSpPr>
          <p:spPr>
            <a:xfrm>
              <a:off x="5885882" y="4920128"/>
              <a:ext cx="8560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BA5DE5"/>
                  </a:solidFill>
                  <a:latin typeface="Bahnschrift" panose="020B0502040204020203" pitchFamily="34" charset="0"/>
                </a:rPr>
                <a:t>National Brand
Elevation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82382D6-B414-2636-27F7-B6BB66B3DA1A}"/>
                </a:ext>
              </a:extLst>
            </p:cNvPr>
            <p:cNvSpPr txBox="1"/>
            <p:nvPr/>
          </p:nvSpPr>
          <p:spPr>
            <a:xfrm>
              <a:off x="5885882" y="5266508"/>
              <a:ext cx="159178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Attracts high-value tourism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8213634-C621-3D3E-6C1B-032E97131940}"/>
                </a:ext>
              </a:extLst>
            </p:cNvPr>
            <p:cNvSpPr txBox="1"/>
            <p:nvPr/>
          </p:nvSpPr>
          <p:spPr>
            <a:xfrm>
              <a:off x="5885882" y="5514488"/>
              <a:ext cx="8992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7F64EA"/>
                  </a:solidFill>
                  <a:latin typeface="Bahnschrift" panose="020B0502040204020203" pitchFamily="34" charset="0"/>
                </a:rPr>
                <a:t>Strategic Asset
Transformation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038B615-2E81-1CCD-2350-8C6CBB98573F}"/>
              </a:ext>
            </a:extLst>
          </p:cNvPr>
          <p:cNvGrpSpPr/>
          <p:nvPr/>
        </p:nvGrpSpPr>
        <p:grpSpPr>
          <a:xfrm>
            <a:off x="6407414" y="1286079"/>
            <a:ext cx="1795030" cy="5006766"/>
            <a:chOff x="5266864" y="1174655"/>
            <a:chExt cx="1795030" cy="5006766"/>
          </a:xfrm>
        </p:grpSpPr>
        <p:sp>
          <p:nvSpPr>
            <p:cNvPr id="37" name="Rounded Rectangle 17">
              <a:extLst>
                <a:ext uri="{FF2B5EF4-FFF2-40B4-BE49-F238E27FC236}">
                  <a16:creationId xmlns:a16="http://schemas.microsoft.com/office/drawing/2014/main" id="{BE71F084-86A6-D12A-421C-7E3E67ABE3B9}"/>
                </a:ext>
              </a:extLst>
            </p:cNvPr>
            <p:cNvSpPr/>
            <p:nvPr/>
          </p:nvSpPr>
          <p:spPr>
            <a:xfrm>
              <a:off x="5579863" y="1174655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38" name="Rounded Rectangle 18">
              <a:extLst>
                <a:ext uri="{FF2B5EF4-FFF2-40B4-BE49-F238E27FC236}">
                  <a16:creationId xmlns:a16="http://schemas.microsoft.com/office/drawing/2014/main" id="{3242F92D-38B8-9C35-94BC-1C9D0DA5C684}"/>
                </a:ext>
              </a:extLst>
            </p:cNvPr>
            <p:cNvSpPr/>
            <p:nvPr/>
          </p:nvSpPr>
          <p:spPr>
            <a:xfrm>
              <a:off x="5579863" y="1800297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39" name="Rounded Rectangle 19">
              <a:extLst>
                <a:ext uri="{FF2B5EF4-FFF2-40B4-BE49-F238E27FC236}">
                  <a16:creationId xmlns:a16="http://schemas.microsoft.com/office/drawing/2014/main" id="{92DCAFE2-A735-8DC7-2303-78E7773A0279}"/>
                </a:ext>
              </a:extLst>
            </p:cNvPr>
            <p:cNvSpPr/>
            <p:nvPr/>
          </p:nvSpPr>
          <p:spPr>
            <a:xfrm>
              <a:off x="5579863" y="2425939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0" name="Rounded Rectangle 20">
              <a:extLst>
                <a:ext uri="{FF2B5EF4-FFF2-40B4-BE49-F238E27FC236}">
                  <a16:creationId xmlns:a16="http://schemas.microsoft.com/office/drawing/2014/main" id="{510607DA-957F-72C8-1718-FBA899012E70}"/>
                </a:ext>
              </a:extLst>
            </p:cNvPr>
            <p:cNvSpPr/>
            <p:nvPr/>
          </p:nvSpPr>
          <p:spPr>
            <a:xfrm>
              <a:off x="5579863" y="3051581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1" name="Rounded Rectangle 21">
              <a:extLst>
                <a:ext uri="{FF2B5EF4-FFF2-40B4-BE49-F238E27FC236}">
                  <a16:creationId xmlns:a16="http://schemas.microsoft.com/office/drawing/2014/main" id="{D574F8E2-1292-A409-0C8D-403E017A00F8}"/>
                </a:ext>
              </a:extLst>
            </p:cNvPr>
            <p:cNvSpPr/>
            <p:nvPr/>
          </p:nvSpPr>
          <p:spPr>
            <a:xfrm>
              <a:off x="5579863" y="3677223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2" name="Rounded Rectangle 22">
              <a:extLst>
                <a:ext uri="{FF2B5EF4-FFF2-40B4-BE49-F238E27FC236}">
                  <a16:creationId xmlns:a16="http://schemas.microsoft.com/office/drawing/2014/main" id="{AF32A8A1-3FEF-6A2A-6016-8694672C3A64}"/>
                </a:ext>
              </a:extLst>
            </p:cNvPr>
            <p:cNvSpPr/>
            <p:nvPr/>
          </p:nvSpPr>
          <p:spPr>
            <a:xfrm>
              <a:off x="5579863" y="4302865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3" name="Rounded Rectangle 23">
              <a:extLst>
                <a:ext uri="{FF2B5EF4-FFF2-40B4-BE49-F238E27FC236}">
                  <a16:creationId xmlns:a16="http://schemas.microsoft.com/office/drawing/2014/main" id="{398FCBF9-70E7-CB61-6AEE-4661D58156E2}"/>
                </a:ext>
              </a:extLst>
            </p:cNvPr>
            <p:cNvSpPr/>
            <p:nvPr/>
          </p:nvSpPr>
          <p:spPr>
            <a:xfrm>
              <a:off x="5579863" y="4928507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4" name="Rounded Rectangle 24">
              <a:extLst>
                <a:ext uri="{FF2B5EF4-FFF2-40B4-BE49-F238E27FC236}">
                  <a16:creationId xmlns:a16="http://schemas.microsoft.com/office/drawing/2014/main" id="{663CB48D-EFF1-DF5B-58CE-8CB3A0F6A856}"/>
                </a:ext>
              </a:extLst>
            </p:cNvPr>
            <p:cNvSpPr/>
            <p:nvPr/>
          </p:nvSpPr>
          <p:spPr>
            <a:xfrm>
              <a:off x="5579863" y="5554150"/>
              <a:ext cx="5213" cy="500513"/>
            </a:xfrm>
            <a:custGeom>
              <a:avLst/>
              <a:gdLst/>
              <a:ahLst/>
              <a:cxnLst/>
              <a:rect l="0" t="0" r="0" b="0"/>
              <a:pathLst>
                <a:path w="5213" h="500513">
                  <a:moveTo>
                    <a:pt x="0" y="0"/>
                  </a:moveTo>
                  <a:lnTo>
                    <a:pt x="0" y="500513"/>
                  </a:ln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5" name="Rounded Rectangle 25">
              <a:extLst>
                <a:ext uri="{FF2B5EF4-FFF2-40B4-BE49-F238E27FC236}">
                  <a16:creationId xmlns:a16="http://schemas.microsoft.com/office/drawing/2014/main" id="{8CCEF4A7-49F2-38EB-B1E3-8EE2716F7BC3}"/>
                </a:ext>
              </a:extLst>
            </p:cNvPr>
            <p:cNvSpPr/>
            <p:nvPr/>
          </p:nvSpPr>
          <p:spPr>
            <a:xfrm>
              <a:off x="5276322" y="3085157"/>
              <a:ext cx="231727" cy="247962"/>
            </a:xfrm>
            <a:custGeom>
              <a:avLst/>
              <a:gdLst/>
              <a:ahLst/>
              <a:cxnLst/>
              <a:rect l="0" t="0" r="0" b="0"/>
              <a:pathLst>
                <a:path w="231727" h="247962">
                  <a:moveTo>
                    <a:pt x="127526" y="11157"/>
                  </a:moveTo>
                  <a:cubicBezTo>
                    <a:pt x="108178" y="3915"/>
                    <a:pt x="87704" y="140"/>
                    <a:pt x="67047" y="0"/>
                  </a:cubicBezTo>
                  <a:cubicBezTo>
                    <a:pt x="46526" y="130"/>
                    <a:pt x="26188" y="3910"/>
                    <a:pt x="6986" y="11157"/>
                  </a:cubicBezTo>
                  <a:cubicBezTo>
                    <a:pt x="2831" y="12982"/>
                    <a:pt x="104" y="17048"/>
                    <a:pt x="0" y="21584"/>
                  </a:cubicBezTo>
                  <a:lnTo>
                    <a:pt x="0" y="60270"/>
                  </a:lnTo>
                  <a:cubicBezTo>
                    <a:pt x="0" y="91552"/>
                    <a:pt x="25129" y="120123"/>
                    <a:pt x="54535" y="131280"/>
                  </a:cubicBezTo>
                  <a:lnTo>
                    <a:pt x="60791" y="133678"/>
                  </a:lnTo>
                  <a:cubicBezTo>
                    <a:pt x="64816" y="135237"/>
                    <a:pt x="69279" y="135237"/>
                    <a:pt x="73304" y="133678"/>
                  </a:cubicBezTo>
                  <a:lnTo>
                    <a:pt x="79456" y="131280"/>
                  </a:lnTo>
                  <a:cubicBezTo>
                    <a:pt x="108965" y="119810"/>
                    <a:pt x="134513" y="91552"/>
                    <a:pt x="134513" y="60270"/>
                  </a:cubicBezTo>
                  <a:lnTo>
                    <a:pt x="134513" y="21897"/>
                  </a:lnTo>
                  <a:cubicBezTo>
                    <a:pt x="134528" y="17246"/>
                    <a:pt x="131786" y="13023"/>
                    <a:pt x="127526" y="11157"/>
                  </a:cubicBezTo>
                  <a:moveTo>
                    <a:pt x="106671" y="41396"/>
                  </a:moveTo>
                  <a:lnTo>
                    <a:pt x="67465" y="88736"/>
                  </a:lnTo>
                  <a:cubicBezTo>
                    <a:pt x="65181" y="91515"/>
                    <a:pt x="61776" y="93121"/>
                    <a:pt x="58184" y="93116"/>
                  </a:cubicBezTo>
                  <a:cubicBezTo>
                    <a:pt x="55593" y="93100"/>
                    <a:pt x="53070" y="92261"/>
                    <a:pt x="50989" y="90718"/>
                  </a:cubicBezTo>
                  <a:lnTo>
                    <a:pt x="37329" y="80290"/>
                  </a:lnTo>
                  <a:cubicBezTo>
                    <a:pt x="33873" y="77699"/>
                    <a:pt x="33174" y="72798"/>
                    <a:pt x="35765" y="69342"/>
                  </a:cubicBezTo>
                  <a:cubicBezTo>
                    <a:pt x="38357" y="65885"/>
                    <a:pt x="43257" y="65186"/>
                    <a:pt x="46714" y="67777"/>
                  </a:cubicBezTo>
                  <a:lnTo>
                    <a:pt x="57141" y="75911"/>
                  </a:lnTo>
                  <a:lnTo>
                    <a:pt x="94993" y="31386"/>
                  </a:lnTo>
                  <a:cubicBezTo>
                    <a:pt x="97777" y="28086"/>
                    <a:pt x="102693" y="27622"/>
                    <a:pt x="106046" y="30343"/>
                  </a:cubicBezTo>
                  <a:cubicBezTo>
                    <a:pt x="107626" y="31693"/>
                    <a:pt x="108601" y="33623"/>
                    <a:pt x="108757" y="35698"/>
                  </a:cubicBezTo>
                  <a:cubicBezTo>
                    <a:pt x="108913" y="37773"/>
                    <a:pt x="108241" y="39822"/>
                    <a:pt x="106880" y="41396"/>
                  </a:cubicBezTo>
                  <a:moveTo>
                    <a:pt x="132010" y="221477"/>
                  </a:moveTo>
                  <a:lnTo>
                    <a:pt x="117724" y="221477"/>
                  </a:lnTo>
                  <a:cubicBezTo>
                    <a:pt x="113408" y="221477"/>
                    <a:pt x="109904" y="217973"/>
                    <a:pt x="109904" y="213656"/>
                  </a:cubicBezTo>
                  <a:cubicBezTo>
                    <a:pt x="109904" y="209339"/>
                    <a:pt x="113408" y="205836"/>
                    <a:pt x="117724" y="205836"/>
                  </a:cubicBezTo>
                  <a:lnTo>
                    <a:pt x="132010" y="205836"/>
                  </a:lnTo>
                  <a:lnTo>
                    <a:pt x="132010" y="187379"/>
                  </a:lnTo>
                  <a:lnTo>
                    <a:pt x="117724" y="187379"/>
                  </a:lnTo>
                  <a:cubicBezTo>
                    <a:pt x="113408" y="187379"/>
                    <a:pt x="109904" y="183876"/>
                    <a:pt x="109904" y="179559"/>
                  </a:cubicBezTo>
                  <a:cubicBezTo>
                    <a:pt x="109904" y="175242"/>
                    <a:pt x="113408" y="171738"/>
                    <a:pt x="117724" y="171738"/>
                  </a:cubicBezTo>
                  <a:lnTo>
                    <a:pt x="132010" y="171738"/>
                  </a:lnTo>
                  <a:lnTo>
                    <a:pt x="132010" y="143689"/>
                  </a:lnTo>
                  <a:lnTo>
                    <a:pt x="102709" y="143689"/>
                  </a:lnTo>
                  <a:cubicBezTo>
                    <a:pt x="94471" y="143689"/>
                    <a:pt x="87798" y="150362"/>
                    <a:pt x="87798" y="158600"/>
                  </a:cubicBezTo>
                  <a:lnTo>
                    <a:pt x="87798" y="247962"/>
                  </a:lnTo>
                  <a:lnTo>
                    <a:pt x="132010" y="247962"/>
                  </a:lnTo>
                  <a:lnTo>
                    <a:pt x="132010" y="221477"/>
                  </a:lnTo>
                  <a:moveTo>
                    <a:pt x="220121" y="96557"/>
                  </a:moveTo>
                  <a:lnTo>
                    <a:pt x="158808" y="96557"/>
                  </a:lnTo>
                  <a:cubicBezTo>
                    <a:pt x="155831" y="96557"/>
                    <a:pt x="152979" y="97746"/>
                    <a:pt x="150884" y="99862"/>
                  </a:cubicBezTo>
                  <a:cubicBezTo>
                    <a:pt x="148788" y="101979"/>
                    <a:pt x="147625" y="104841"/>
                    <a:pt x="147651" y="107818"/>
                  </a:cubicBezTo>
                  <a:lnTo>
                    <a:pt x="147651" y="247962"/>
                  </a:lnTo>
                  <a:lnTo>
                    <a:pt x="231696" y="247962"/>
                  </a:lnTo>
                  <a:lnTo>
                    <a:pt x="231696" y="107818"/>
                  </a:lnTo>
                  <a:cubicBezTo>
                    <a:pt x="231727" y="104768"/>
                    <a:pt x="230507" y="101838"/>
                    <a:pt x="228317" y="99711"/>
                  </a:cubicBezTo>
                  <a:cubicBezTo>
                    <a:pt x="226133" y="97584"/>
                    <a:pt x="223171" y="96442"/>
                    <a:pt x="220121" y="96557"/>
                  </a:cubicBezTo>
                  <a:moveTo>
                    <a:pt x="199267" y="216680"/>
                  </a:moveTo>
                  <a:lnTo>
                    <a:pt x="180602" y="216680"/>
                  </a:lnTo>
                  <a:cubicBezTo>
                    <a:pt x="176285" y="216680"/>
                    <a:pt x="172781" y="213177"/>
                    <a:pt x="172781" y="208860"/>
                  </a:cubicBezTo>
                  <a:cubicBezTo>
                    <a:pt x="172781" y="204543"/>
                    <a:pt x="176285" y="201039"/>
                    <a:pt x="180602" y="201039"/>
                  </a:cubicBezTo>
                  <a:lnTo>
                    <a:pt x="199267" y="201039"/>
                  </a:lnTo>
                  <a:cubicBezTo>
                    <a:pt x="203583" y="201039"/>
                    <a:pt x="207087" y="204543"/>
                    <a:pt x="207087" y="208860"/>
                  </a:cubicBezTo>
                  <a:cubicBezTo>
                    <a:pt x="207087" y="213177"/>
                    <a:pt x="203583" y="216680"/>
                    <a:pt x="199267" y="216680"/>
                  </a:cubicBezTo>
                  <a:moveTo>
                    <a:pt x="199267" y="177369"/>
                  </a:moveTo>
                  <a:lnTo>
                    <a:pt x="180602" y="177369"/>
                  </a:lnTo>
                  <a:cubicBezTo>
                    <a:pt x="176285" y="177369"/>
                    <a:pt x="172781" y="173865"/>
                    <a:pt x="172781" y="169549"/>
                  </a:cubicBezTo>
                  <a:cubicBezTo>
                    <a:pt x="172781" y="165232"/>
                    <a:pt x="176285" y="161728"/>
                    <a:pt x="180602" y="161728"/>
                  </a:cubicBezTo>
                  <a:lnTo>
                    <a:pt x="199267" y="161728"/>
                  </a:lnTo>
                  <a:cubicBezTo>
                    <a:pt x="203583" y="161728"/>
                    <a:pt x="207087" y="165232"/>
                    <a:pt x="207087" y="169549"/>
                  </a:cubicBezTo>
                  <a:cubicBezTo>
                    <a:pt x="207087" y="173865"/>
                    <a:pt x="203583" y="177369"/>
                    <a:pt x="199267" y="177369"/>
                  </a:cubicBezTo>
                  <a:moveTo>
                    <a:pt x="199267" y="138162"/>
                  </a:moveTo>
                  <a:lnTo>
                    <a:pt x="180602" y="138162"/>
                  </a:lnTo>
                  <a:cubicBezTo>
                    <a:pt x="176285" y="138162"/>
                    <a:pt x="172781" y="134659"/>
                    <a:pt x="172781" y="130342"/>
                  </a:cubicBezTo>
                  <a:cubicBezTo>
                    <a:pt x="172781" y="126025"/>
                    <a:pt x="176285" y="122521"/>
                    <a:pt x="180602" y="122521"/>
                  </a:cubicBezTo>
                  <a:lnTo>
                    <a:pt x="199267" y="122521"/>
                  </a:lnTo>
                  <a:cubicBezTo>
                    <a:pt x="203583" y="122521"/>
                    <a:pt x="207087" y="126025"/>
                    <a:pt x="207087" y="130342"/>
                  </a:cubicBezTo>
                  <a:cubicBezTo>
                    <a:pt x="207087" y="134659"/>
                    <a:pt x="203583" y="138162"/>
                    <a:pt x="199267" y="138162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6" name="Rounded Rectangle 26">
              <a:extLst>
                <a:ext uri="{FF2B5EF4-FFF2-40B4-BE49-F238E27FC236}">
                  <a16:creationId xmlns:a16="http://schemas.microsoft.com/office/drawing/2014/main" id="{82DB7E73-F43F-05BA-E2F4-D7D9876D1F0B}"/>
                </a:ext>
              </a:extLst>
            </p:cNvPr>
            <p:cNvSpPr/>
            <p:nvPr/>
          </p:nvSpPr>
          <p:spPr>
            <a:xfrm>
              <a:off x="5267042" y="2457273"/>
              <a:ext cx="250256" cy="250142"/>
            </a:xfrm>
            <a:custGeom>
              <a:avLst/>
              <a:gdLst/>
              <a:ahLst/>
              <a:cxnLst/>
              <a:rect l="0" t="0" r="0" b="0"/>
              <a:pathLst>
                <a:path w="250256" h="250142">
                  <a:moveTo>
                    <a:pt x="191227" y="10"/>
                  </a:moveTo>
                  <a:cubicBezTo>
                    <a:pt x="178772" y="10"/>
                    <a:pt x="168313" y="9395"/>
                    <a:pt x="166978" y="21777"/>
                  </a:cubicBezTo>
                  <a:cubicBezTo>
                    <a:pt x="165638" y="34160"/>
                    <a:pt x="173845" y="45567"/>
                    <a:pt x="186013" y="48226"/>
                  </a:cubicBezTo>
                  <a:lnTo>
                    <a:pt x="204449" y="52261"/>
                  </a:lnTo>
                  <a:cubicBezTo>
                    <a:pt x="207087" y="52798"/>
                    <a:pt x="208886" y="55254"/>
                    <a:pt x="208599" y="57934"/>
                  </a:cubicBezTo>
                  <a:cubicBezTo>
                    <a:pt x="208307" y="60609"/>
                    <a:pt x="206029" y="62626"/>
                    <a:pt x="203333" y="62585"/>
                  </a:cubicBezTo>
                  <a:lnTo>
                    <a:pt x="192906" y="62585"/>
                  </a:lnTo>
                  <a:cubicBezTo>
                    <a:pt x="190690" y="62585"/>
                    <a:pt x="188719" y="61187"/>
                    <a:pt x="187984" y="59102"/>
                  </a:cubicBezTo>
                  <a:cubicBezTo>
                    <a:pt x="186060" y="53674"/>
                    <a:pt x="180106" y="50828"/>
                    <a:pt x="174674" y="52746"/>
                  </a:cubicBezTo>
                  <a:cubicBezTo>
                    <a:pt x="169246" y="54670"/>
                    <a:pt x="166399" y="60624"/>
                    <a:pt x="168318" y="66057"/>
                  </a:cubicBezTo>
                  <a:cubicBezTo>
                    <a:pt x="172004" y="76474"/>
                    <a:pt x="181858" y="83434"/>
                    <a:pt x="192906" y="83429"/>
                  </a:cubicBezTo>
                  <a:lnTo>
                    <a:pt x="203333" y="83429"/>
                  </a:lnTo>
                  <a:cubicBezTo>
                    <a:pt x="216659" y="83445"/>
                    <a:pt x="227853" y="73408"/>
                    <a:pt x="229282" y="60160"/>
                  </a:cubicBezTo>
                  <a:cubicBezTo>
                    <a:pt x="230715" y="46912"/>
                    <a:pt x="221925" y="34717"/>
                    <a:pt x="208901" y="31886"/>
                  </a:cubicBezTo>
                  <a:lnTo>
                    <a:pt x="190476" y="27851"/>
                  </a:lnTo>
                  <a:cubicBezTo>
                    <a:pt x="188719" y="27460"/>
                    <a:pt x="187531" y="25812"/>
                    <a:pt x="187723" y="24024"/>
                  </a:cubicBezTo>
                  <a:cubicBezTo>
                    <a:pt x="187916" y="22231"/>
                    <a:pt x="189428" y="20870"/>
                    <a:pt x="191227" y="20865"/>
                  </a:cubicBezTo>
                  <a:lnTo>
                    <a:pt x="203333" y="20865"/>
                  </a:lnTo>
                  <a:cubicBezTo>
                    <a:pt x="205549" y="20849"/>
                    <a:pt x="207530" y="22252"/>
                    <a:pt x="208255" y="24347"/>
                  </a:cubicBezTo>
                  <a:cubicBezTo>
                    <a:pt x="210179" y="29775"/>
                    <a:pt x="216133" y="32622"/>
                    <a:pt x="221565" y="30703"/>
                  </a:cubicBezTo>
                  <a:cubicBezTo>
                    <a:pt x="226993" y="28779"/>
                    <a:pt x="229840" y="22825"/>
                    <a:pt x="227921" y="17392"/>
                  </a:cubicBezTo>
                  <a:cubicBezTo>
                    <a:pt x="224240" y="6970"/>
                    <a:pt x="214386" y="5"/>
                    <a:pt x="203333" y="10"/>
                  </a:cubicBezTo>
                  <a:lnTo>
                    <a:pt x="191227" y="10"/>
                  </a:lnTo>
                  <a:moveTo>
                    <a:pt x="99821" y="139497"/>
                  </a:moveTo>
                  <a:cubicBezTo>
                    <a:pt x="101771" y="136379"/>
                    <a:pt x="104013" y="135430"/>
                    <a:pt x="105316" y="135430"/>
                  </a:cubicBezTo>
                  <a:lnTo>
                    <a:pt x="163709" y="135430"/>
                  </a:lnTo>
                  <a:cubicBezTo>
                    <a:pt x="164929" y="135409"/>
                    <a:pt x="166134" y="135706"/>
                    <a:pt x="167202" y="136296"/>
                  </a:cubicBezTo>
                  <a:cubicBezTo>
                    <a:pt x="167771" y="136588"/>
                    <a:pt x="168203" y="137088"/>
                    <a:pt x="168412" y="137693"/>
                  </a:cubicBezTo>
                  <a:cubicBezTo>
                    <a:pt x="168579" y="138193"/>
                    <a:pt x="168787" y="138684"/>
                    <a:pt x="169027" y="139153"/>
                  </a:cubicBezTo>
                  <a:lnTo>
                    <a:pt x="183167" y="166712"/>
                  </a:lnTo>
                  <a:lnTo>
                    <a:pt x="85858" y="166712"/>
                  </a:lnTo>
                  <a:lnTo>
                    <a:pt x="99821" y="139497"/>
                  </a:lnTo>
                  <a:moveTo>
                    <a:pt x="81437" y="129633"/>
                  </a:moveTo>
                  <a:lnTo>
                    <a:pt x="62418" y="166712"/>
                  </a:lnTo>
                  <a:lnTo>
                    <a:pt x="33367" y="166712"/>
                  </a:lnTo>
                  <a:cubicBezTo>
                    <a:pt x="14598" y="166712"/>
                    <a:pt x="0" y="181311"/>
                    <a:pt x="0" y="200080"/>
                  </a:cubicBezTo>
                  <a:lnTo>
                    <a:pt x="0" y="216764"/>
                  </a:lnTo>
                  <a:cubicBezTo>
                    <a:pt x="0" y="226148"/>
                    <a:pt x="7299" y="233447"/>
                    <a:pt x="16683" y="233447"/>
                  </a:cubicBezTo>
                  <a:lnTo>
                    <a:pt x="36652" y="233447"/>
                  </a:lnTo>
                  <a:cubicBezTo>
                    <a:pt x="35771" y="224928"/>
                    <a:pt x="38544" y="216435"/>
                    <a:pt x="44279" y="210080"/>
                  </a:cubicBezTo>
                  <a:cubicBezTo>
                    <a:pt x="50009" y="203719"/>
                    <a:pt x="58174" y="200085"/>
                    <a:pt x="66735" y="200080"/>
                  </a:cubicBezTo>
                  <a:cubicBezTo>
                    <a:pt x="82376" y="200080"/>
                    <a:pt x="96974" y="213635"/>
                    <a:pt x="96974" y="230319"/>
                  </a:cubicBezTo>
                  <a:cubicBezTo>
                    <a:pt x="96974" y="231383"/>
                    <a:pt x="96922" y="232426"/>
                    <a:pt x="96818" y="233447"/>
                  </a:cubicBezTo>
                  <a:lnTo>
                    <a:pt x="153438" y="233447"/>
                  </a:lnTo>
                  <a:cubicBezTo>
                    <a:pt x="152557" y="224928"/>
                    <a:pt x="155331" y="216435"/>
                    <a:pt x="161066" y="210080"/>
                  </a:cubicBezTo>
                  <a:cubicBezTo>
                    <a:pt x="166796" y="203719"/>
                    <a:pt x="174960" y="200085"/>
                    <a:pt x="183521" y="200080"/>
                  </a:cubicBezTo>
                  <a:cubicBezTo>
                    <a:pt x="192082" y="200085"/>
                    <a:pt x="200247" y="203719"/>
                    <a:pt x="205977" y="210080"/>
                  </a:cubicBezTo>
                  <a:cubicBezTo>
                    <a:pt x="211712" y="216435"/>
                    <a:pt x="214485" y="224928"/>
                    <a:pt x="213604" y="233447"/>
                  </a:cubicBezTo>
                  <a:lnTo>
                    <a:pt x="233573" y="233447"/>
                  </a:lnTo>
                  <a:cubicBezTo>
                    <a:pt x="242957" y="233447"/>
                    <a:pt x="250256" y="226148"/>
                    <a:pt x="250256" y="216764"/>
                  </a:cubicBezTo>
                  <a:lnTo>
                    <a:pt x="250256" y="200080"/>
                  </a:lnTo>
                  <a:cubicBezTo>
                    <a:pt x="250256" y="181311"/>
                    <a:pt x="235658" y="166712"/>
                    <a:pt x="216889" y="166712"/>
                  </a:cubicBezTo>
                  <a:lnTo>
                    <a:pt x="206607" y="166712"/>
                  </a:lnTo>
                  <a:lnTo>
                    <a:pt x="187901" y="130248"/>
                  </a:lnTo>
                  <a:cubicBezTo>
                    <a:pt x="183719" y="119070"/>
                    <a:pt x="172708" y="114575"/>
                    <a:pt x="163709" y="114575"/>
                  </a:cubicBezTo>
                  <a:lnTo>
                    <a:pt x="105316" y="114575"/>
                  </a:lnTo>
                  <a:cubicBezTo>
                    <a:pt x="94148" y="114575"/>
                    <a:pt x="86036" y="121916"/>
                    <a:pt x="81781" y="129028"/>
                  </a:cubicBezTo>
                  <a:lnTo>
                    <a:pt x="81437" y="129633"/>
                  </a:lnTo>
                  <a:moveTo>
                    <a:pt x="20854" y="24400"/>
                  </a:moveTo>
                  <a:cubicBezTo>
                    <a:pt x="20854" y="10927"/>
                    <a:pt x="31772" y="10"/>
                    <a:pt x="45244" y="10"/>
                  </a:cubicBezTo>
                  <a:lnTo>
                    <a:pt x="57350" y="10"/>
                  </a:lnTo>
                  <a:cubicBezTo>
                    <a:pt x="68403" y="0"/>
                    <a:pt x="78257" y="6970"/>
                    <a:pt x="81927" y="17392"/>
                  </a:cubicBezTo>
                  <a:cubicBezTo>
                    <a:pt x="83700" y="22778"/>
                    <a:pt x="80848" y="28597"/>
                    <a:pt x="75504" y="30489"/>
                  </a:cubicBezTo>
                  <a:cubicBezTo>
                    <a:pt x="70155" y="32376"/>
                    <a:pt x="64279" y="29650"/>
                    <a:pt x="62272" y="24347"/>
                  </a:cubicBezTo>
                  <a:cubicBezTo>
                    <a:pt x="61537" y="22262"/>
                    <a:pt x="59566" y="20865"/>
                    <a:pt x="57350" y="20865"/>
                  </a:cubicBezTo>
                  <a:lnTo>
                    <a:pt x="45244" y="20865"/>
                  </a:lnTo>
                  <a:cubicBezTo>
                    <a:pt x="43445" y="20870"/>
                    <a:pt x="41933" y="22231"/>
                    <a:pt x="41740" y="24024"/>
                  </a:cubicBezTo>
                  <a:cubicBezTo>
                    <a:pt x="41547" y="25812"/>
                    <a:pt x="42736" y="27460"/>
                    <a:pt x="44493" y="27851"/>
                  </a:cubicBezTo>
                  <a:lnTo>
                    <a:pt x="62918" y="31886"/>
                  </a:lnTo>
                  <a:cubicBezTo>
                    <a:pt x="75942" y="34717"/>
                    <a:pt x="84732" y="46912"/>
                    <a:pt x="83299" y="60160"/>
                  </a:cubicBezTo>
                  <a:cubicBezTo>
                    <a:pt x="81870" y="73408"/>
                    <a:pt x="70676" y="83445"/>
                    <a:pt x="57350" y="83429"/>
                  </a:cubicBezTo>
                  <a:lnTo>
                    <a:pt x="46923" y="83429"/>
                  </a:lnTo>
                  <a:cubicBezTo>
                    <a:pt x="35875" y="83429"/>
                    <a:pt x="26031" y="76469"/>
                    <a:pt x="22345" y="66057"/>
                  </a:cubicBezTo>
                  <a:cubicBezTo>
                    <a:pt x="20573" y="60671"/>
                    <a:pt x="23425" y="54853"/>
                    <a:pt x="28769" y="52960"/>
                  </a:cubicBezTo>
                  <a:cubicBezTo>
                    <a:pt x="34118" y="51073"/>
                    <a:pt x="39994" y="53800"/>
                    <a:pt x="42001" y="59102"/>
                  </a:cubicBezTo>
                  <a:cubicBezTo>
                    <a:pt x="42741" y="61187"/>
                    <a:pt x="44712" y="62579"/>
                    <a:pt x="46923" y="62574"/>
                  </a:cubicBezTo>
                  <a:lnTo>
                    <a:pt x="57350" y="62574"/>
                  </a:lnTo>
                  <a:cubicBezTo>
                    <a:pt x="60046" y="62616"/>
                    <a:pt x="62324" y="60598"/>
                    <a:pt x="62616" y="57924"/>
                  </a:cubicBezTo>
                  <a:cubicBezTo>
                    <a:pt x="62903" y="55244"/>
                    <a:pt x="61104" y="52788"/>
                    <a:pt x="58466" y="52251"/>
                  </a:cubicBezTo>
                  <a:lnTo>
                    <a:pt x="40030" y="48226"/>
                  </a:lnTo>
                  <a:cubicBezTo>
                    <a:pt x="28836" y="45776"/>
                    <a:pt x="20854" y="35859"/>
                    <a:pt x="20854" y="24400"/>
                  </a:cubicBezTo>
                  <a:moveTo>
                    <a:pt x="114701" y="26078"/>
                  </a:moveTo>
                  <a:cubicBezTo>
                    <a:pt x="114701" y="23200"/>
                    <a:pt x="117036" y="20865"/>
                    <a:pt x="119914" y="20865"/>
                  </a:cubicBezTo>
                  <a:lnTo>
                    <a:pt x="130342" y="20865"/>
                  </a:lnTo>
                  <a:cubicBezTo>
                    <a:pt x="133220" y="20865"/>
                    <a:pt x="135555" y="23200"/>
                    <a:pt x="135555" y="26078"/>
                  </a:cubicBezTo>
                  <a:lnTo>
                    <a:pt x="135555" y="57360"/>
                  </a:lnTo>
                  <a:cubicBezTo>
                    <a:pt x="135555" y="60238"/>
                    <a:pt x="133220" y="62574"/>
                    <a:pt x="130342" y="62574"/>
                  </a:cubicBezTo>
                  <a:lnTo>
                    <a:pt x="119914" y="62574"/>
                  </a:lnTo>
                  <a:cubicBezTo>
                    <a:pt x="117036" y="62574"/>
                    <a:pt x="114701" y="60238"/>
                    <a:pt x="114701" y="57360"/>
                  </a:cubicBezTo>
                  <a:lnTo>
                    <a:pt x="114701" y="26078"/>
                  </a:lnTo>
                  <a:moveTo>
                    <a:pt x="119914" y="10"/>
                  </a:moveTo>
                  <a:cubicBezTo>
                    <a:pt x="105519" y="10"/>
                    <a:pt x="93846" y="11683"/>
                    <a:pt x="93846" y="26078"/>
                  </a:cubicBezTo>
                  <a:lnTo>
                    <a:pt x="93846" y="57360"/>
                  </a:lnTo>
                  <a:cubicBezTo>
                    <a:pt x="93846" y="71755"/>
                    <a:pt x="105519" y="83429"/>
                    <a:pt x="119914" y="83429"/>
                  </a:cubicBezTo>
                  <a:lnTo>
                    <a:pt x="130342" y="83429"/>
                  </a:lnTo>
                  <a:cubicBezTo>
                    <a:pt x="144737" y="83429"/>
                    <a:pt x="156410" y="71755"/>
                    <a:pt x="156410" y="57360"/>
                  </a:cubicBezTo>
                  <a:lnTo>
                    <a:pt x="156410" y="26078"/>
                  </a:lnTo>
                  <a:cubicBezTo>
                    <a:pt x="156410" y="11683"/>
                    <a:pt x="144737" y="10"/>
                    <a:pt x="130342" y="10"/>
                  </a:cubicBezTo>
                  <a:lnTo>
                    <a:pt x="119914" y="10"/>
                  </a:lnTo>
                  <a:moveTo>
                    <a:pt x="183521" y="210518"/>
                  </a:moveTo>
                  <a:cubicBezTo>
                    <a:pt x="193949" y="210518"/>
                    <a:pt x="203333" y="218860"/>
                    <a:pt x="203333" y="230330"/>
                  </a:cubicBezTo>
                  <a:cubicBezTo>
                    <a:pt x="203333" y="241800"/>
                    <a:pt x="194991" y="250142"/>
                    <a:pt x="183521" y="250142"/>
                  </a:cubicBezTo>
                  <a:cubicBezTo>
                    <a:pt x="172051" y="250142"/>
                    <a:pt x="163709" y="241800"/>
                    <a:pt x="163709" y="230330"/>
                  </a:cubicBezTo>
                  <a:cubicBezTo>
                    <a:pt x="163709" y="218860"/>
                    <a:pt x="172051" y="210518"/>
                    <a:pt x="183521" y="210518"/>
                  </a:cubicBezTo>
                  <a:moveTo>
                    <a:pt x="86547" y="230330"/>
                  </a:moveTo>
                  <a:cubicBezTo>
                    <a:pt x="86547" y="218860"/>
                    <a:pt x="77162" y="210518"/>
                    <a:pt x="66735" y="210518"/>
                  </a:cubicBezTo>
                  <a:cubicBezTo>
                    <a:pt x="55265" y="210518"/>
                    <a:pt x="46923" y="218860"/>
                    <a:pt x="46923" y="230330"/>
                  </a:cubicBezTo>
                  <a:cubicBezTo>
                    <a:pt x="46923" y="241800"/>
                    <a:pt x="56307" y="250142"/>
                    <a:pt x="66735" y="250142"/>
                  </a:cubicBezTo>
                  <a:cubicBezTo>
                    <a:pt x="78205" y="250142"/>
                    <a:pt x="86547" y="241800"/>
                    <a:pt x="86547" y="230330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7CFC5C20-F9F9-7DFE-9ED7-31310103763B}"/>
                </a:ext>
              </a:extLst>
            </p:cNvPr>
            <p:cNvSpPr/>
            <p:nvPr/>
          </p:nvSpPr>
          <p:spPr>
            <a:xfrm>
              <a:off x="5267042" y="1219216"/>
              <a:ext cx="238468" cy="236977"/>
            </a:xfrm>
            <a:custGeom>
              <a:avLst/>
              <a:gdLst/>
              <a:ahLst/>
              <a:cxnLst/>
              <a:rect l="0" t="0" r="0" b="0"/>
              <a:pathLst>
                <a:path w="238468" h="236977">
                  <a:moveTo>
                    <a:pt x="237431" y="42715"/>
                  </a:moveTo>
                  <a:cubicBezTo>
                    <a:pt x="222931" y="16370"/>
                    <a:pt x="195242" y="0"/>
                    <a:pt x="165169" y="0"/>
                  </a:cubicBezTo>
                  <a:cubicBezTo>
                    <a:pt x="135096" y="0"/>
                    <a:pt x="107407" y="16370"/>
                    <a:pt x="92907" y="42715"/>
                  </a:cubicBezTo>
                  <a:cubicBezTo>
                    <a:pt x="91964" y="44212"/>
                    <a:pt x="91964" y="46120"/>
                    <a:pt x="92907" y="47616"/>
                  </a:cubicBezTo>
                  <a:cubicBezTo>
                    <a:pt x="107229" y="74222"/>
                    <a:pt x="134956" y="90864"/>
                    <a:pt x="165169" y="90994"/>
                  </a:cubicBezTo>
                  <a:cubicBezTo>
                    <a:pt x="195252" y="90900"/>
                    <a:pt x="222921" y="74493"/>
                    <a:pt x="237431" y="48137"/>
                  </a:cubicBezTo>
                  <a:cubicBezTo>
                    <a:pt x="238468" y="46479"/>
                    <a:pt x="238468" y="44373"/>
                    <a:pt x="237431" y="42715"/>
                  </a:cubicBezTo>
                  <a:moveTo>
                    <a:pt x="165169" y="67845"/>
                  </a:moveTo>
                  <a:cubicBezTo>
                    <a:pt x="156009" y="67887"/>
                    <a:pt x="147724" y="62402"/>
                    <a:pt x="144189" y="53951"/>
                  </a:cubicBezTo>
                  <a:cubicBezTo>
                    <a:pt x="140654" y="45499"/>
                    <a:pt x="142562" y="35750"/>
                    <a:pt x="149027" y="29253"/>
                  </a:cubicBezTo>
                  <a:cubicBezTo>
                    <a:pt x="155492" y="22762"/>
                    <a:pt x="165232" y="20807"/>
                    <a:pt x="173699" y="24300"/>
                  </a:cubicBezTo>
                  <a:cubicBezTo>
                    <a:pt x="182166" y="27799"/>
                    <a:pt x="187692" y="36057"/>
                    <a:pt x="187692" y="45218"/>
                  </a:cubicBezTo>
                  <a:cubicBezTo>
                    <a:pt x="187692" y="57673"/>
                    <a:pt x="177625" y="67788"/>
                    <a:pt x="165169" y="67845"/>
                  </a:cubicBezTo>
                  <a:moveTo>
                    <a:pt x="71427" y="126030"/>
                  </a:moveTo>
                  <a:lnTo>
                    <a:pt x="71427" y="114143"/>
                  </a:lnTo>
                  <a:cubicBezTo>
                    <a:pt x="78971" y="111588"/>
                    <a:pt x="83559" y="103950"/>
                    <a:pt x="82266" y="96093"/>
                  </a:cubicBezTo>
                  <a:cubicBezTo>
                    <a:pt x="80968" y="88236"/>
                    <a:pt x="74180" y="82470"/>
                    <a:pt x="66213" y="82470"/>
                  </a:cubicBezTo>
                  <a:cubicBezTo>
                    <a:pt x="58247" y="82470"/>
                    <a:pt x="51459" y="88236"/>
                    <a:pt x="50160" y="96093"/>
                  </a:cubicBezTo>
                  <a:cubicBezTo>
                    <a:pt x="48867" y="103950"/>
                    <a:pt x="53455" y="111588"/>
                    <a:pt x="61000" y="114143"/>
                  </a:cubicBezTo>
                  <a:lnTo>
                    <a:pt x="61000" y="126030"/>
                  </a:lnTo>
                  <a:cubicBezTo>
                    <a:pt x="26584" y="128798"/>
                    <a:pt x="52" y="157510"/>
                    <a:pt x="0" y="192035"/>
                  </a:cubicBezTo>
                  <a:lnTo>
                    <a:pt x="0" y="218521"/>
                  </a:lnTo>
                  <a:cubicBezTo>
                    <a:pt x="0" y="228713"/>
                    <a:pt x="8263" y="236977"/>
                    <a:pt x="18456" y="236977"/>
                  </a:cubicBezTo>
                  <a:lnTo>
                    <a:pt x="113866" y="236977"/>
                  </a:lnTo>
                  <a:cubicBezTo>
                    <a:pt x="124059" y="236977"/>
                    <a:pt x="132323" y="228713"/>
                    <a:pt x="132323" y="218521"/>
                  </a:cubicBezTo>
                  <a:lnTo>
                    <a:pt x="132323" y="192035"/>
                  </a:lnTo>
                  <a:cubicBezTo>
                    <a:pt x="132276" y="157547"/>
                    <a:pt x="105801" y="128850"/>
                    <a:pt x="71427" y="126030"/>
                  </a:cubicBezTo>
                  <a:moveTo>
                    <a:pt x="92282" y="155435"/>
                  </a:moveTo>
                  <a:cubicBezTo>
                    <a:pt x="97141" y="155393"/>
                    <a:pt x="101546" y="158287"/>
                    <a:pt x="103434" y="162766"/>
                  </a:cubicBezTo>
                  <a:cubicBezTo>
                    <a:pt x="105321" y="167244"/>
                    <a:pt x="104325" y="172416"/>
                    <a:pt x="100900" y="175867"/>
                  </a:cubicBezTo>
                  <a:cubicBezTo>
                    <a:pt x="97480" y="179319"/>
                    <a:pt x="92313" y="180367"/>
                    <a:pt x="87824" y="178516"/>
                  </a:cubicBezTo>
                  <a:cubicBezTo>
                    <a:pt x="83330" y="176665"/>
                    <a:pt x="80395" y="172286"/>
                    <a:pt x="80395" y="167427"/>
                  </a:cubicBezTo>
                  <a:cubicBezTo>
                    <a:pt x="80337" y="160899"/>
                    <a:pt x="85551" y="155550"/>
                    <a:pt x="92073" y="155435"/>
                  </a:cubicBezTo>
                  <a:moveTo>
                    <a:pt x="40145" y="155435"/>
                  </a:moveTo>
                  <a:cubicBezTo>
                    <a:pt x="46766" y="155435"/>
                    <a:pt x="52136" y="160805"/>
                    <a:pt x="52136" y="167427"/>
                  </a:cubicBezTo>
                  <a:cubicBezTo>
                    <a:pt x="52136" y="174048"/>
                    <a:pt x="46766" y="179418"/>
                    <a:pt x="40145" y="179418"/>
                  </a:cubicBezTo>
                  <a:cubicBezTo>
                    <a:pt x="33523" y="179418"/>
                    <a:pt x="28153" y="174048"/>
                    <a:pt x="28153" y="167427"/>
                  </a:cubicBezTo>
                  <a:cubicBezTo>
                    <a:pt x="28127" y="164220"/>
                    <a:pt x="29394" y="161139"/>
                    <a:pt x="31673" y="158876"/>
                  </a:cubicBezTo>
                  <a:cubicBezTo>
                    <a:pt x="33951" y="156619"/>
                    <a:pt x="37043" y="155378"/>
                    <a:pt x="40249" y="155435"/>
                  </a:cubicBezTo>
                  <a:moveTo>
                    <a:pt x="116577" y="218521"/>
                  </a:moveTo>
                  <a:cubicBezTo>
                    <a:pt x="116577" y="220074"/>
                    <a:pt x="115316" y="221336"/>
                    <a:pt x="113762" y="221336"/>
                  </a:cubicBezTo>
                  <a:lnTo>
                    <a:pt x="18456" y="221336"/>
                  </a:lnTo>
                  <a:cubicBezTo>
                    <a:pt x="16902" y="221336"/>
                    <a:pt x="15641" y="220074"/>
                    <a:pt x="15641" y="218521"/>
                  </a:cubicBezTo>
                  <a:lnTo>
                    <a:pt x="15641" y="199856"/>
                  </a:lnTo>
                  <a:lnTo>
                    <a:pt x="116682" y="199856"/>
                  </a:lnTo>
                  <a:lnTo>
                    <a:pt x="116682" y="218521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8" name="Rounded Rectangle 28">
              <a:extLst>
                <a:ext uri="{FF2B5EF4-FFF2-40B4-BE49-F238E27FC236}">
                  <a16:creationId xmlns:a16="http://schemas.microsoft.com/office/drawing/2014/main" id="{869F2308-AFE2-E2F7-BD45-0A1BFE23AB6E}"/>
                </a:ext>
              </a:extLst>
            </p:cNvPr>
            <p:cNvSpPr/>
            <p:nvPr/>
          </p:nvSpPr>
          <p:spPr>
            <a:xfrm>
              <a:off x="5267042" y="5587934"/>
              <a:ext cx="250256" cy="245251"/>
            </a:xfrm>
            <a:custGeom>
              <a:avLst/>
              <a:gdLst/>
              <a:ahLst/>
              <a:cxnLst/>
              <a:rect l="0" t="0" r="0" b="0"/>
              <a:pathLst>
                <a:path w="250256" h="245251">
                  <a:moveTo>
                    <a:pt x="239829" y="224396"/>
                  </a:moveTo>
                  <a:lnTo>
                    <a:pt x="232530" y="224396"/>
                  </a:lnTo>
                  <a:cubicBezTo>
                    <a:pt x="231091" y="224396"/>
                    <a:pt x="229923" y="223229"/>
                    <a:pt x="229923" y="221790"/>
                  </a:cubicBezTo>
                  <a:lnTo>
                    <a:pt x="229923" y="140039"/>
                  </a:lnTo>
                  <a:cubicBezTo>
                    <a:pt x="229866" y="137318"/>
                    <a:pt x="227639" y="135138"/>
                    <a:pt x="224918" y="135138"/>
                  </a:cubicBezTo>
                  <a:lnTo>
                    <a:pt x="194887" y="135138"/>
                  </a:lnTo>
                  <a:cubicBezTo>
                    <a:pt x="192165" y="135138"/>
                    <a:pt x="189939" y="137318"/>
                    <a:pt x="189882" y="140039"/>
                  </a:cubicBezTo>
                  <a:lnTo>
                    <a:pt x="189882" y="221790"/>
                  </a:lnTo>
                  <a:cubicBezTo>
                    <a:pt x="189882" y="223229"/>
                    <a:pt x="188714" y="224396"/>
                    <a:pt x="187275" y="224396"/>
                  </a:cubicBezTo>
                  <a:lnTo>
                    <a:pt x="172572" y="224396"/>
                  </a:lnTo>
                  <a:cubicBezTo>
                    <a:pt x="171133" y="224396"/>
                    <a:pt x="169966" y="223229"/>
                    <a:pt x="169966" y="221790"/>
                  </a:cubicBezTo>
                  <a:lnTo>
                    <a:pt x="169966" y="162875"/>
                  </a:lnTo>
                  <a:cubicBezTo>
                    <a:pt x="169997" y="161540"/>
                    <a:pt x="169476" y="160247"/>
                    <a:pt x="168532" y="159304"/>
                  </a:cubicBezTo>
                  <a:cubicBezTo>
                    <a:pt x="167588" y="158360"/>
                    <a:pt x="166295" y="157839"/>
                    <a:pt x="164960" y="157870"/>
                  </a:cubicBezTo>
                  <a:lnTo>
                    <a:pt x="135555" y="157870"/>
                  </a:lnTo>
                  <a:cubicBezTo>
                    <a:pt x="134221" y="157839"/>
                    <a:pt x="132928" y="158360"/>
                    <a:pt x="131984" y="159304"/>
                  </a:cubicBezTo>
                  <a:cubicBezTo>
                    <a:pt x="131040" y="160247"/>
                    <a:pt x="130519" y="161540"/>
                    <a:pt x="130550" y="162875"/>
                  </a:cubicBezTo>
                  <a:lnTo>
                    <a:pt x="130550" y="221790"/>
                  </a:lnTo>
                  <a:cubicBezTo>
                    <a:pt x="130550" y="223229"/>
                    <a:pt x="129382" y="224396"/>
                    <a:pt x="127943" y="224396"/>
                  </a:cubicBezTo>
                  <a:lnTo>
                    <a:pt x="118454" y="224396"/>
                  </a:lnTo>
                  <a:cubicBezTo>
                    <a:pt x="117015" y="224396"/>
                    <a:pt x="115848" y="223229"/>
                    <a:pt x="115848" y="221790"/>
                  </a:cubicBezTo>
                  <a:lnTo>
                    <a:pt x="115848" y="80290"/>
                  </a:lnTo>
                  <a:cubicBezTo>
                    <a:pt x="115848" y="74529"/>
                    <a:pt x="111181" y="69863"/>
                    <a:pt x="105420" y="69863"/>
                  </a:cubicBezTo>
                  <a:lnTo>
                    <a:pt x="25442" y="69863"/>
                  </a:lnTo>
                  <a:cubicBezTo>
                    <a:pt x="19681" y="69863"/>
                    <a:pt x="15015" y="74529"/>
                    <a:pt x="15015" y="80290"/>
                  </a:cubicBezTo>
                  <a:lnTo>
                    <a:pt x="15015" y="221790"/>
                  </a:lnTo>
                  <a:cubicBezTo>
                    <a:pt x="15015" y="223229"/>
                    <a:pt x="13847" y="224396"/>
                    <a:pt x="12408" y="224396"/>
                  </a:cubicBezTo>
                  <a:lnTo>
                    <a:pt x="10427" y="224396"/>
                  </a:lnTo>
                  <a:cubicBezTo>
                    <a:pt x="4666" y="224396"/>
                    <a:pt x="0" y="229063"/>
                    <a:pt x="0" y="234824"/>
                  </a:cubicBezTo>
                  <a:cubicBezTo>
                    <a:pt x="0" y="240585"/>
                    <a:pt x="4666" y="245251"/>
                    <a:pt x="10427" y="245251"/>
                  </a:cubicBezTo>
                  <a:lnTo>
                    <a:pt x="239829" y="245251"/>
                  </a:lnTo>
                  <a:cubicBezTo>
                    <a:pt x="245590" y="245251"/>
                    <a:pt x="250256" y="240585"/>
                    <a:pt x="250256" y="234824"/>
                  </a:cubicBezTo>
                  <a:cubicBezTo>
                    <a:pt x="250256" y="229063"/>
                    <a:pt x="245590" y="224396"/>
                    <a:pt x="239829" y="224396"/>
                  </a:cubicBezTo>
                  <a:moveTo>
                    <a:pt x="90196" y="113032"/>
                  </a:moveTo>
                  <a:lnTo>
                    <a:pt x="40353" y="113032"/>
                  </a:lnTo>
                  <a:cubicBezTo>
                    <a:pt x="36036" y="113032"/>
                    <a:pt x="32533" y="109529"/>
                    <a:pt x="32533" y="105212"/>
                  </a:cubicBezTo>
                  <a:cubicBezTo>
                    <a:pt x="32533" y="100895"/>
                    <a:pt x="36036" y="97391"/>
                    <a:pt x="40353" y="97391"/>
                  </a:cubicBezTo>
                  <a:lnTo>
                    <a:pt x="90196" y="97391"/>
                  </a:lnTo>
                  <a:cubicBezTo>
                    <a:pt x="94513" y="97391"/>
                    <a:pt x="98017" y="100895"/>
                    <a:pt x="98017" y="105212"/>
                  </a:cubicBezTo>
                  <a:cubicBezTo>
                    <a:pt x="98017" y="109529"/>
                    <a:pt x="94513" y="113032"/>
                    <a:pt x="90196" y="113032"/>
                  </a:cubicBezTo>
                  <a:moveTo>
                    <a:pt x="98017" y="150049"/>
                  </a:moveTo>
                  <a:cubicBezTo>
                    <a:pt x="98017" y="154366"/>
                    <a:pt x="94513" y="157870"/>
                    <a:pt x="90196" y="157870"/>
                  </a:cubicBezTo>
                  <a:lnTo>
                    <a:pt x="40353" y="157870"/>
                  </a:lnTo>
                  <a:cubicBezTo>
                    <a:pt x="36036" y="157870"/>
                    <a:pt x="32533" y="154366"/>
                    <a:pt x="32533" y="150049"/>
                  </a:cubicBezTo>
                  <a:cubicBezTo>
                    <a:pt x="32533" y="145732"/>
                    <a:pt x="36036" y="142229"/>
                    <a:pt x="40353" y="142229"/>
                  </a:cubicBezTo>
                  <a:lnTo>
                    <a:pt x="90196" y="142229"/>
                  </a:lnTo>
                  <a:cubicBezTo>
                    <a:pt x="94513" y="142229"/>
                    <a:pt x="98017" y="145732"/>
                    <a:pt x="98017" y="150049"/>
                  </a:cubicBezTo>
                  <a:moveTo>
                    <a:pt x="40353" y="187066"/>
                  </a:moveTo>
                  <a:lnTo>
                    <a:pt x="90196" y="187066"/>
                  </a:lnTo>
                  <a:cubicBezTo>
                    <a:pt x="94513" y="187066"/>
                    <a:pt x="98017" y="190570"/>
                    <a:pt x="98017" y="194887"/>
                  </a:cubicBezTo>
                  <a:cubicBezTo>
                    <a:pt x="98017" y="199204"/>
                    <a:pt x="94513" y="202708"/>
                    <a:pt x="90196" y="202708"/>
                  </a:cubicBezTo>
                  <a:lnTo>
                    <a:pt x="40353" y="202708"/>
                  </a:lnTo>
                  <a:cubicBezTo>
                    <a:pt x="36036" y="202708"/>
                    <a:pt x="32533" y="199204"/>
                    <a:pt x="32533" y="194887"/>
                  </a:cubicBezTo>
                  <a:cubicBezTo>
                    <a:pt x="32533" y="190570"/>
                    <a:pt x="36036" y="187066"/>
                    <a:pt x="40353" y="187066"/>
                  </a:cubicBezTo>
                  <a:moveTo>
                    <a:pt x="90196" y="45359"/>
                  </a:moveTo>
                  <a:cubicBezTo>
                    <a:pt x="90196" y="42647"/>
                    <a:pt x="86547" y="40353"/>
                    <a:pt x="81959" y="40353"/>
                  </a:cubicBezTo>
                  <a:lnTo>
                    <a:pt x="78309" y="40353"/>
                  </a:lnTo>
                  <a:cubicBezTo>
                    <a:pt x="76870" y="40353"/>
                    <a:pt x="75702" y="39186"/>
                    <a:pt x="75702" y="37747"/>
                  </a:cubicBezTo>
                  <a:lnTo>
                    <a:pt x="75702" y="15432"/>
                  </a:lnTo>
                  <a:cubicBezTo>
                    <a:pt x="75702" y="9671"/>
                    <a:pt x="71036" y="5005"/>
                    <a:pt x="65275" y="5005"/>
                  </a:cubicBezTo>
                  <a:cubicBezTo>
                    <a:pt x="59514" y="5005"/>
                    <a:pt x="54847" y="9671"/>
                    <a:pt x="54847" y="15432"/>
                  </a:cubicBezTo>
                  <a:lnTo>
                    <a:pt x="54847" y="37747"/>
                  </a:lnTo>
                  <a:cubicBezTo>
                    <a:pt x="54847" y="38456"/>
                    <a:pt x="54561" y="39133"/>
                    <a:pt x="54050" y="39629"/>
                  </a:cubicBezTo>
                  <a:cubicBezTo>
                    <a:pt x="53534" y="40119"/>
                    <a:pt x="52845" y="40379"/>
                    <a:pt x="52136" y="40353"/>
                  </a:cubicBezTo>
                  <a:lnTo>
                    <a:pt x="48695" y="40353"/>
                  </a:lnTo>
                  <a:cubicBezTo>
                    <a:pt x="44107" y="40353"/>
                    <a:pt x="40353" y="42647"/>
                    <a:pt x="40353" y="45359"/>
                  </a:cubicBezTo>
                  <a:lnTo>
                    <a:pt x="40353" y="57663"/>
                  </a:lnTo>
                  <a:cubicBezTo>
                    <a:pt x="40463" y="59018"/>
                    <a:pt x="41599" y="60066"/>
                    <a:pt x="42960" y="60061"/>
                  </a:cubicBezTo>
                  <a:lnTo>
                    <a:pt x="87589" y="60061"/>
                  </a:lnTo>
                  <a:cubicBezTo>
                    <a:pt x="89028" y="60061"/>
                    <a:pt x="90196" y="58893"/>
                    <a:pt x="90196" y="57454"/>
                  </a:cubicBezTo>
                  <a:lnTo>
                    <a:pt x="90196" y="45359"/>
                  </a:lnTo>
                  <a:moveTo>
                    <a:pt x="155054" y="64441"/>
                  </a:moveTo>
                  <a:cubicBezTo>
                    <a:pt x="149293" y="64441"/>
                    <a:pt x="144627" y="59774"/>
                    <a:pt x="144627" y="54013"/>
                  </a:cubicBezTo>
                  <a:cubicBezTo>
                    <a:pt x="144627" y="48252"/>
                    <a:pt x="149293" y="43586"/>
                    <a:pt x="155054" y="43586"/>
                  </a:cubicBezTo>
                  <a:cubicBezTo>
                    <a:pt x="180815" y="43586"/>
                    <a:pt x="201712" y="64435"/>
                    <a:pt x="201769" y="90196"/>
                  </a:cubicBezTo>
                  <a:cubicBezTo>
                    <a:pt x="201769" y="95957"/>
                    <a:pt x="197103" y="100624"/>
                    <a:pt x="191342" y="100624"/>
                  </a:cubicBezTo>
                  <a:cubicBezTo>
                    <a:pt x="185581" y="100624"/>
                    <a:pt x="180914" y="95957"/>
                    <a:pt x="180914" y="90196"/>
                  </a:cubicBezTo>
                  <a:cubicBezTo>
                    <a:pt x="180857" y="75952"/>
                    <a:pt x="169298" y="64441"/>
                    <a:pt x="155054" y="64441"/>
                  </a:cubicBezTo>
                  <a:moveTo>
                    <a:pt x="155054" y="20854"/>
                  </a:moveTo>
                  <a:cubicBezTo>
                    <a:pt x="193302" y="20969"/>
                    <a:pt x="224282" y="51949"/>
                    <a:pt x="224396" y="90196"/>
                  </a:cubicBezTo>
                  <a:cubicBezTo>
                    <a:pt x="224396" y="95957"/>
                    <a:pt x="229063" y="100624"/>
                    <a:pt x="234824" y="100624"/>
                  </a:cubicBezTo>
                  <a:cubicBezTo>
                    <a:pt x="240585" y="100624"/>
                    <a:pt x="245251" y="95957"/>
                    <a:pt x="245251" y="90196"/>
                  </a:cubicBezTo>
                  <a:cubicBezTo>
                    <a:pt x="245194" y="40406"/>
                    <a:pt x="204845" y="57"/>
                    <a:pt x="155054" y="0"/>
                  </a:cubicBezTo>
                  <a:cubicBezTo>
                    <a:pt x="149293" y="0"/>
                    <a:pt x="144627" y="4666"/>
                    <a:pt x="144627" y="10427"/>
                  </a:cubicBezTo>
                  <a:cubicBezTo>
                    <a:pt x="144627" y="16188"/>
                    <a:pt x="149293" y="20854"/>
                    <a:pt x="155054" y="20854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49" name="Rounded Rectangle 29">
              <a:extLst>
                <a:ext uri="{FF2B5EF4-FFF2-40B4-BE49-F238E27FC236}">
                  <a16:creationId xmlns:a16="http://schemas.microsoft.com/office/drawing/2014/main" id="{0ED84C71-EBC7-73D0-4AF2-7B7A583F9E6B}"/>
                </a:ext>
              </a:extLst>
            </p:cNvPr>
            <p:cNvSpPr/>
            <p:nvPr/>
          </p:nvSpPr>
          <p:spPr>
            <a:xfrm>
              <a:off x="5267042" y="4959790"/>
              <a:ext cx="250256" cy="250256"/>
            </a:xfrm>
            <a:custGeom>
              <a:avLst/>
              <a:gdLst/>
              <a:ahLst/>
              <a:cxnLst/>
              <a:rect l="0" t="0" r="0" b="0"/>
              <a:pathLst>
                <a:path w="250256" h="250256">
                  <a:moveTo>
                    <a:pt x="143897" y="239829"/>
                  </a:moveTo>
                  <a:cubicBezTo>
                    <a:pt x="143897" y="245590"/>
                    <a:pt x="148563" y="250256"/>
                    <a:pt x="154325" y="250256"/>
                  </a:cubicBezTo>
                  <a:cubicBezTo>
                    <a:pt x="160086" y="250256"/>
                    <a:pt x="164752" y="245590"/>
                    <a:pt x="164752" y="239829"/>
                  </a:cubicBezTo>
                  <a:lnTo>
                    <a:pt x="164752" y="202395"/>
                  </a:lnTo>
                  <a:cubicBezTo>
                    <a:pt x="164783" y="201305"/>
                    <a:pt x="165487" y="200346"/>
                    <a:pt x="166525" y="199996"/>
                  </a:cubicBezTo>
                  <a:lnTo>
                    <a:pt x="167359" y="199996"/>
                  </a:lnTo>
                  <a:cubicBezTo>
                    <a:pt x="176118" y="196993"/>
                    <a:pt x="185784" y="198307"/>
                    <a:pt x="193427" y="203542"/>
                  </a:cubicBezTo>
                  <a:cubicBezTo>
                    <a:pt x="200878" y="208573"/>
                    <a:pt x="209668" y="211263"/>
                    <a:pt x="218661" y="211258"/>
                  </a:cubicBezTo>
                  <a:cubicBezTo>
                    <a:pt x="223886" y="211221"/>
                    <a:pt x="229068" y="210309"/>
                    <a:pt x="233990" y="208547"/>
                  </a:cubicBezTo>
                  <a:lnTo>
                    <a:pt x="243687" y="204063"/>
                  </a:lnTo>
                  <a:cubicBezTo>
                    <a:pt x="246471" y="202801"/>
                    <a:pt x="248265" y="200028"/>
                    <a:pt x="248275" y="196972"/>
                  </a:cubicBezTo>
                  <a:lnTo>
                    <a:pt x="248275" y="139622"/>
                  </a:lnTo>
                  <a:cubicBezTo>
                    <a:pt x="248228" y="136963"/>
                    <a:pt x="246847" y="134502"/>
                    <a:pt x="244605" y="133079"/>
                  </a:cubicBezTo>
                  <a:cubicBezTo>
                    <a:pt x="242358" y="131650"/>
                    <a:pt x="239547" y="131447"/>
                    <a:pt x="237118" y="132531"/>
                  </a:cubicBezTo>
                  <a:lnTo>
                    <a:pt x="228150" y="136702"/>
                  </a:lnTo>
                  <a:cubicBezTo>
                    <a:pt x="219423" y="139705"/>
                    <a:pt x="209788" y="138392"/>
                    <a:pt x="202186" y="133157"/>
                  </a:cubicBezTo>
                  <a:cubicBezTo>
                    <a:pt x="190471" y="125258"/>
                    <a:pt x="175753" y="123256"/>
                    <a:pt x="162354" y="127735"/>
                  </a:cubicBezTo>
                  <a:lnTo>
                    <a:pt x="149111" y="132219"/>
                  </a:lnTo>
                  <a:cubicBezTo>
                    <a:pt x="145936" y="133293"/>
                    <a:pt x="143793" y="136270"/>
                    <a:pt x="143793" y="139622"/>
                  </a:cubicBezTo>
                  <a:lnTo>
                    <a:pt x="143793" y="239829"/>
                  </a:lnTo>
                  <a:moveTo>
                    <a:pt x="119497" y="200414"/>
                  </a:moveTo>
                  <a:cubicBezTo>
                    <a:pt x="118157" y="195810"/>
                    <a:pt x="113856" y="192713"/>
                    <a:pt x="109070" y="192906"/>
                  </a:cubicBezTo>
                  <a:lnTo>
                    <a:pt x="31282" y="192906"/>
                  </a:lnTo>
                  <a:cubicBezTo>
                    <a:pt x="25520" y="192906"/>
                    <a:pt x="20854" y="188240"/>
                    <a:pt x="20854" y="182478"/>
                  </a:cubicBezTo>
                  <a:lnTo>
                    <a:pt x="20854" y="54743"/>
                  </a:lnTo>
                  <a:cubicBezTo>
                    <a:pt x="20854" y="53304"/>
                    <a:pt x="22022" y="52136"/>
                    <a:pt x="23461" y="52136"/>
                  </a:cubicBezTo>
                  <a:lnTo>
                    <a:pt x="226795" y="52136"/>
                  </a:lnTo>
                  <a:cubicBezTo>
                    <a:pt x="228234" y="52136"/>
                    <a:pt x="229402" y="53304"/>
                    <a:pt x="229402" y="54743"/>
                  </a:cubicBezTo>
                  <a:lnTo>
                    <a:pt x="229402" y="93846"/>
                  </a:lnTo>
                  <a:cubicBezTo>
                    <a:pt x="229443" y="97037"/>
                    <a:pt x="230940" y="100034"/>
                    <a:pt x="233468" y="101979"/>
                  </a:cubicBezTo>
                  <a:cubicBezTo>
                    <a:pt x="236596" y="104388"/>
                    <a:pt x="240820" y="104826"/>
                    <a:pt x="244375" y="103100"/>
                  </a:cubicBezTo>
                  <a:cubicBezTo>
                    <a:pt x="247931" y="101380"/>
                    <a:pt x="250209" y="97798"/>
                    <a:pt x="250256" y="93846"/>
                  </a:cubicBezTo>
                  <a:lnTo>
                    <a:pt x="250256" y="31282"/>
                  </a:lnTo>
                  <a:cubicBezTo>
                    <a:pt x="250256" y="14003"/>
                    <a:pt x="236252" y="0"/>
                    <a:pt x="218974" y="0"/>
                  </a:cubicBezTo>
                  <a:lnTo>
                    <a:pt x="31282" y="0"/>
                  </a:lnTo>
                  <a:cubicBezTo>
                    <a:pt x="14003" y="0"/>
                    <a:pt x="0" y="14003"/>
                    <a:pt x="0" y="31282"/>
                  </a:cubicBezTo>
                  <a:lnTo>
                    <a:pt x="0" y="182478"/>
                  </a:lnTo>
                  <a:cubicBezTo>
                    <a:pt x="0" y="199757"/>
                    <a:pt x="14003" y="213761"/>
                    <a:pt x="31282" y="213761"/>
                  </a:cubicBezTo>
                  <a:lnTo>
                    <a:pt x="109695" y="213761"/>
                  </a:lnTo>
                  <a:cubicBezTo>
                    <a:pt x="112980" y="213865"/>
                    <a:pt x="116119" y="212415"/>
                    <a:pt x="118173" y="209850"/>
                  </a:cubicBezTo>
                  <a:cubicBezTo>
                    <a:pt x="120222" y="207285"/>
                    <a:pt x="120947" y="203907"/>
                    <a:pt x="120123" y="200726"/>
                  </a:cubicBezTo>
                  <a:lnTo>
                    <a:pt x="119497" y="200414"/>
                  </a:lnTo>
                  <a:moveTo>
                    <a:pt x="100624" y="20854"/>
                  </a:moveTo>
                  <a:cubicBezTo>
                    <a:pt x="102527" y="17789"/>
                    <a:pt x="105879" y="15922"/>
                    <a:pt x="109487" y="15922"/>
                  </a:cubicBezTo>
                  <a:cubicBezTo>
                    <a:pt x="113095" y="15922"/>
                    <a:pt x="116447" y="17789"/>
                    <a:pt x="118350" y="20854"/>
                  </a:cubicBezTo>
                  <a:cubicBezTo>
                    <a:pt x="120430" y="24019"/>
                    <a:pt x="120430" y="28117"/>
                    <a:pt x="118350" y="31282"/>
                  </a:cubicBezTo>
                  <a:cubicBezTo>
                    <a:pt x="116447" y="34347"/>
                    <a:pt x="113095" y="36214"/>
                    <a:pt x="109487" y="36214"/>
                  </a:cubicBezTo>
                  <a:cubicBezTo>
                    <a:pt x="105879" y="36214"/>
                    <a:pt x="102527" y="34347"/>
                    <a:pt x="100624" y="31282"/>
                  </a:cubicBezTo>
                  <a:cubicBezTo>
                    <a:pt x="98543" y="28117"/>
                    <a:pt x="98543" y="24019"/>
                    <a:pt x="100624" y="20854"/>
                  </a:cubicBezTo>
                  <a:moveTo>
                    <a:pt x="64128" y="20854"/>
                  </a:moveTo>
                  <a:cubicBezTo>
                    <a:pt x="66031" y="17789"/>
                    <a:pt x="69383" y="15922"/>
                    <a:pt x="72991" y="15922"/>
                  </a:cubicBezTo>
                  <a:cubicBezTo>
                    <a:pt x="76599" y="15922"/>
                    <a:pt x="79951" y="17789"/>
                    <a:pt x="81854" y="20854"/>
                  </a:cubicBezTo>
                  <a:cubicBezTo>
                    <a:pt x="83935" y="24019"/>
                    <a:pt x="83935" y="28117"/>
                    <a:pt x="81854" y="31282"/>
                  </a:cubicBezTo>
                  <a:cubicBezTo>
                    <a:pt x="79951" y="34347"/>
                    <a:pt x="76599" y="36214"/>
                    <a:pt x="72991" y="36214"/>
                  </a:cubicBezTo>
                  <a:cubicBezTo>
                    <a:pt x="69383" y="36214"/>
                    <a:pt x="66031" y="34347"/>
                    <a:pt x="64128" y="31282"/>
                  </a:cubicBezTo>
                  <a:cubicBezTo>
                    <a:pt x="62048" y="28117"/>
                    <a:pt x="62048" y="24019"/>
                    <a:pt x="64128" y="20854"/>
                  </a:cubicBezTo>
                  <a:moveTo>
                    <a:pt x="27006" y="21793"/>
                  </a:moveTo>
                  <a:cubicBezTo>
                    <a:pt x="28649" y="18320"/>
                    <a:pt x="32064" y="16032"/>
                    <a:pt x="35901" y="15833"/>
                  </a:cubicBezTo>
                  <a:cubicBezTo>
                    <a:pt x="39738" y="15635"/>
                    <a:pt x="43372" y="17564"/>
                    <a:pt x="45359" y="20854"/>
                  </a:cubicBezTo>
                  <a:cubicBezTo>
                    <a:pt x="47439" y="24019"/>
                    <a:pt x="47439" y="28117"/>
                    <a:pt x="45359" y="31282"/>
                  </a:cubicBezTo>
                  <a:cubicBezTo>
                    <a:pt x="43456" y="34347"/>
                    <a:pt x="40103" y="36214"/>
                    <a:pt x="36495" y="36214"/>
                  </a:cubicBezTo>
                  <a:cubicBezTo>
                    <a:pt x="32887" y="36214"/>
                    <a:pt x="29535" y="34347"/>
                    <a:pt x="27632" y="31282"/>
                  </a:cubicBezTo>
                  <a:cubicBezTo>
                    <a:pt x="26657" y="29712"/>
                    <a:pt x="26120" y="27914"/>
                    <a:pt x="26068" y="26068"/>
                  </a:cubicBezTo>
                  <a:cubicBezTo>
                    <a:pt x="26110" y="24598"/>
                    <a:pt x="26428" y="23148"/>
                    <a:pt x="27006" y="21793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50" name="Rounded Rectangle 30">
              <a:extLst>
                <a:ext uri="{FF2B5EF4-FFF2-40B4-BE49-F238E27FC236}">
                  <a16:creationId xmlns:a16="http://schemas.microsoft.com/office/drawing/2014/main" id="{CF29FF91-9CD4-3989-E5E2-3D20B58F2323}"/>
                </a:ext>
              </a:extLst>
            </p:cNvPr>
            <p:cNvSpPr/>
            <p:nvPr/>
          </p:nvSpPr>
          <p:spPr>
            <a:xfrm>
              <a:off x="5267042" y="4334147"/>
              <a:ext cx="250256" cy="250256"/>
            </a:xfrm>
            <a:custGeom>
              <a:avLst/>
              <a:gdLst/>
              <a:ahLst/>
              <a:cxnLst/>
              <a:rect l="0" t="0" r="0" b="0"/>
              <a:pathLst>
                <a:path w="250256" h="250256">
                  <a:moveTo>
                    <a:pt x="10427" y="26068"/>
                  </a:moveTo>
                  <a:cubicBezTo>
                    <a:pt x="4666" y="26068"/>
                    <a:pt x="0" y="30734"/>
                    <a:pt x="0" y="36495"/>
                  </a:cubicBezTo>
                  <a:lnTo>
                    <a:pt x="0" y="182478"/>
                  </a:lnTo>
                  <a:cubicBezTo>
                    <a:pt x="0" y="188240"/>
                    <a:pt x="4666" y="192906"/>
                    <a:pt x="10427" y="192906"/>
                  </a:cubicBezTo>
                  <a:cubicBezTo>
                    <a:pt x="16188" y="192906"/>
                    <a:pt x="20854" y="188240"/>
                    <a:pt x="20854" y="182478"/>
                  </a:cubicBezTo>
                  <a:lnTo>
                    <a:pt x="20854" y="36495"/>
                  </a:lnTo>
                  <a:cubicBezTo>
                    <a:pt x="20854" y="30734"/>
                    <a:pt x="16188" y="26068"/>
                    <a:pt x="10427" y="26068"/>
                  </a:cubicBezTo>
                  <a:moveTo>
                    <a:pt x="46923" y="67777"/>
                  </a:moveTo>
                  <a:cubicBezTo>
                    <a:pt x="41162" y="67777"/>
                    <a:pt x="36495" y="72444"/>
                    <a:pt x="36495" y="78205"/>
                  </a:cubicBezTo>
                  <a:lnTo>
                    <a:pt x="36495" y="140769"/>
                  </a:lnTo>
                  <a:cubicBezTo>
                    <a:pt x="36495" y="146530"/>
                    <a:pt x="41162" y="151196"/>
                    <a:pt x="46923" y="151196"/>
                  </a:cubicBezTo>
                  <a:cubicBezTo>
                    <a:pt x="52684" y="151196"/>
                    <a:pt x="57350" y="146530"/>
                    <a:pt x="57350" y="140769"/>
                  </a:cubicBezTo>
                  <a:lnTo>
                    <a:pt x="57350" y="78205"/>
                  </a:lnTo>
                  <a:cubicBezTo>
                    <a:pt x="57350" y="72444"/>
                    <a:pt x="52684" y="67777"/>
                    <a:pt x="46923" y="67777"/>
                  </a:cubicBezTo>
                  <a:moveTo>
                    <a:pt x="83418" y="52136"/>
                  </a:moveTo>
                  <a:cubicBezTo>
                    <a:pt x="77657" y="52136"/>
                    <a:pt x="72991" y="56803"/>
                    <a:pt x="72991" y="62564"/>
                  </a:cubicBezTo>
                  <a:lnTo>
                    <a:pt x="72991" y="156410"/>
                  </a:lnTo>
                  <a:cubicBezTo>
                    <a:pt x="72991" y="162171"/>
                    <a:pt x="77657" y="166837"/>
                    <a:pt x="83418" y="166837"/>
                  </a:cubicBezTo>
                  <a:cubicBezTo>
                    <a:pt x="89180" y="166837"/>
                    <a:pt x="93846" y="162171"/>
                    <a:pt x="93846" y="156410"/>
                  </a:cubicBezTo>
                  <a:lnTo>
                    <a:pt x="93846" y="62564"/>
                  </a:lnTo>
                  <a:cubicBezTo>
                    <a:pt x="93846" y="56803"/>
                    <a:pt x="89180" y="52136"/>
                    <a:pt x="83418" y="52136"/>
                  </a:cubicBezTo>
                  <a:moveTo>
                    <a:pt x="119914" y="0"/>
                  </a:moveTo>
                  <a:cubicBezTo>
                    <a:pt x="114153" y="0"/>
                    <a:pt x="109487" y="4666"/>
                    <a:pt x="109487" y="10427"/>
                  </a:cubicBezTo>
                  <a:lnTo>
                    <a:pt x="109487" y="208547"/>
                  </a:lnTo>
                  <a:cubicBezTo>
                    <a:pt x="109487" y="214308"/>
                    <a:pt x="114153" y="218974"/>
                    <a:pt x="119914" y="218974"/>
                  </a:cubicBezTo>
                  <a:cubicBezTo>
                    <a:pt x="125675" y="218974"/>
                    <a:pt x="130342" y="214308"/>
                    <a:pt x="130342" y="208547"/>
                  </a:cubicBezTo>
                  <a:lnTo>
                    <a:pt x="130342" y="10427"/>
                  </a:lnTo>
                  <a:cubicBezTo>
                    <a:pt x="130342" y="4666"/>
                    <a:pt x="125675" y="0"/>
                    <a:pt x="119914" y="0"/>
                  </a:cubicBezTo>
                  <a:moveTo>
                    <a:pt x="220643" y="102396"/>
                  </a:moveTo>
                  <a:cubicBezTo>
                    <a:pt x="224376" y="103840"/>
                    <a:pt x="227884" y="105806"/>
                    <a:pt x="231070" y="108236"/>
                  </a:cubicBezTo>
                  <a:cubicBezTo>
                    <a:pt x="231925" y="108647"/>
                    <a:pt x="232926" y="108647"/>
                    <a:pt x="233781" y="108236"/>
                  </a:cubicBezTo>
                  <a:cubicBezTo>
                    <a:pt x="237379" y="106572"/>
                    <a:pt x="239719" y="103017"/>
                    <a:pt x="239829" y="99060"/>
                  </a:cubicBezTo>
                  <a:lnTo>
                    <a:pt x="239829" y="36495"/>
                  </a:lnTo>
                  <a:cubicBezTo>
                    <a:pt x="239829" y="30734"/>
                    <a:pt x="235163" y="26068"/>
                    <a:pt x="229402" y="26068"/>
                  </a:cubicBezTo>
                  <a:cubicBezTo>
                    <a:pt x="223640" y="26068"/>
                    <a:pt x="218974" y="30734"/>
                    <a:pt x="218974" y="36495"/>
                  </a:cubicBezTo>
                  <a:lnTo>
                    <a:pt x="218974" y="99060"/>
                  </a:lnTo>
                  <a:cubicBezTo>
                    <a:pt x="218922" y="99440"/>
                    <a:pt x="218922" y="99826"/>
                    <a:pt x="218974" y="100207"/>
                  </a:cubicBezTo>
                  <a:cubicBezTo>
                    <a:pt x="219068" y="101197"/>
                    <a:pt x="219715" y="102042"/>
                    <a:pt x="220643" y="102396"/>
                  </a:cubicBezTo>
                  <a:moveTo>
                    <a:pt x="186128" y="99581"/>
                  </a:moveTo>
                  <a:cubicBezTo>
                    <a:pt x="188370" y="99247"/>
                    <a:pt x="190638" y="99075"/>
                    <a:pt x="192906" y="99060"/>
                  </a:cubicBezTo>
                  <a:lnTo>
                    <a:pt x="200205" y="99060"/>
                  </a:lnTo>
                  <a:cubicBezTo>
                    <a:pt x="201310" y="99091"/>
                    <a:pt x="202311" y="98423"/>
                    <a:pt x="202708" y="97391"/>
                  </a:cubicBezTo>
                  <a:cubicBezTo>
                    <a:pt x="203119" y="96255"/>
                    <a:pt x="203333" y="95055"/>
                    <a:pt x="203333" y="93846"/>
                  </a:cubicBezTo>
                  <a:lnTo>
                    <a:pt x="203333" y="78205"/>
                  </a:lnTo>
                  <a:cubicBezTo>
                    <a:pt x="203333" y="72444"/>
                    <a:pt x="198667" y="67777"/>
                    <a:pt x="192906" y="67777"/>
                  </a:cubicBezTo>
                  <a:cubicBezTo>
                    <a:pt x="187145" y="67777"/>
                    <a:pt x="182478" y="72444"/>
                    <a:pt x="182478" y="78205"/>
                  </a:cubicBezTo>
                  <a:lnTo>
                    <a:pt x="182478" y="93846"/>
                  </a:lnTo>
                  <a:cubicBezTo>
                    <a:pt x="182468" y="95280"/>
                    <a:pt x="182750" y="96698"/>
                    <a:pt x="183313" y="98017"/>
                  </a:cubicBezTo>
                  <a:cubicBezTo>
                    <a:pt x="183777" y="99127"/>
                    <a:pt x="184939" y="99769"/>
                    <a:pt x="186128" y="99581"/>
                  </a:cubicBezTo>
                  <a:moveTo>
                    <a:pt x="152031" y="118871"/>
                  </a:moveTo>
                  <a:cubicBezTo>
                    <a:pt x="153136" y="119398"/>
                    <a:pt x="154460" y="119044"/>
                    <a:pt x="155159" y="118037"/>
                  </a:cubicBezTo>
                  <a:cubicBezTo>
                    <a:pt x="158094" y="114059"/>
                    <a:pt x="161608" y="110545"/>
                    <a:pt x="165586" y="107610"/>
                  </a:cubicBezTo>
                  <a:cubicBezTo>
                    <a:pt x="166311" y="107167"/>
                    <a:pt x="166749" y="106374"/>
                    <a:pt x="166733" y="105524"/>
                  </a:cubicBezTo>
                  <a:lnTo>
                    <a:pt x="166733" y="62564"/>
                  </a:lnTo>
                  <a:cubicBezTo>
                    <a:pt x="166733" y="56803"/>
                    <a:pt x="162067" y="52136"/>
                    <a:pt x="156306" y="52136"/>
                  </a:cubicBezTo>
                  <a:cubicBezTo>
                    <a:pt x="150545" y="52136"/>
                    <a:pt x="145878" y="56803"/>
                    <a:pt x="145878" y="62564"/>
                  </a:cubicBezTo>
                  <a:lnTo>
                    <a:pt x="145878" y="109487"/>
                  </a:lnTo>
                  <a:cubicBezTo>
                    <a:pt x="145925" y="113548"/>
                    <a:pt x="148329" y="117208"/>
                    <a:pt x="152031" y="118871"/>
                  </a:cubicBezTo>
                  <a:moveTo>
                    <a:pt x="236805" y="161832"/>
                  </a:moveTo>
                  <a:cubicBezTo>
                    <a:pt x="235554" y="161587"/>
                    <a:pt x="234641" y="160503"/>
                    <a:pt x="234615" y="159225"/>
                  </a:cubicBezTo>
                  <a:lnTo>
                    <a:pt x="234615" y="148798"/>
                  </a:lnTo>
                  <a:cubicBezTo>
                    <a:pt x="234615" y="128642"/>
                    <a:pt x="218276" y="112302"/>
                    <a:pt x="198120" y="112302"/>
                  </a:cubicBezTo>
                  <a:cubicBezTo>
                    <a:pt x="177963" y="112302"/>
                    <a:pt x="161624" y="128642"/>
                    <a:pt x="161624" y="148798"/>
                  </a:cubicBezTo>
                  <a:lnTo>
                    <a:pt x="161624" y="159225"/>
                  </a:lnTo>
                  <a:cubicBezTo>
                    <a:pt x="161598" y="160503"/>
                    <a:pt x="160685" y="161587"/>
                    <a:pt x="159434" y="161832"/>
                  </a:cubicBezTo>
                  <a:cubicBezTo>
                    <a:pt x="151739" y="162922"/>
                    <a:pt x="146009" y="169491"/>
                    <a:pt x="145983" y="177265"/>
                  </a:cubicBezTo>
                  <a:lnTo>
                    <a:pt x="145983" y="234615"/>
                  </a:lnTo>
                  <a:cubicBezTo>
                    <a:pt x="145983" y="243254"/>
                    <a:pt x="152985" y="250256"/>
                    <a:pt x="161624" y="250256"/>
                  </a:cubicBezTo>
                  <a:lnTo>
                    <a:pt x="234615" y="250256"/>
                  </a:lnTo>
                  <a:cubicBezTo>
                    <a:pt x="243254" y="250256"/>
                    <a:pt x="250256" y="243254"/>
                    <a:pt x="250256" y="234615"/>
                  </a:cubicBezTo>
                  <a:lnTo>
                    <a:pt x="250256" y="177265"/>
                  </a:lnTo>
                  <a:cubicBezTo>
                    <a:pt x="250230" y="169491"/>
                    <a:pt x="244500" y="162922"/>
                    <a:pt x="236805" y="161832"/>
                  </a:cubicBezTo>
                  <a:moveTo>
                    <a:pt x="198120" y="221581"/>
                  </a:moveTo>
                  <a:cubicBezTo>
                    <a:pt x="192358" y="221581"/>
                    <a:pt x="187692" y="216915"/>
                    <a:pt x="187692" y="211154"/>
                  </a:cubicBezTo>
                  <a:cubicBezTo>
                    <a:pt x="187692" y="205393"/>
                    <a:pt x="192358" y="200726"/>
                    <a:pt x="198120" y="200726"/>
                  </a:cubicBezTo>
                  <a:cubicBezTo>
                    <a:pt x="203881" y="200726"/>
                    <a:pt x="208547" y="205393"/>
                    <a:pt x="208547" y="211154"/>
                  </a:cubicBezTo>
                  <a:cubicBezTo>
                    <a:pt x="208547" y="216915"/>
                    <a:pt x="203881" y="221581"/>
                    <a:pt x="198120" y="221581"/>
                  </a:cubicBezTo>
                  <a:moveTo>
                    <a:pt x="213761" y="159017"/>
                  </a:moveTo>
                  <a:cubicBezTo>
                    <a:pt x="213761" y="160456"/>
                    <a:pt x="212593" y="161624"/>
                    <a:pt x="211154" y="161624"/>
                  </a:cubicBezTo>
                  <a:lnTo>
                    <a:pt x="185085" y="161624"/>
                  </a:lnTo>
                  <a:cubicBezTo>
                    <a:pt x="183646" y="161624"/>
                    <a:pt x="182478" y="160456"/>
                    <a:pt x="182478" y="159017"/>
                  </a:cubicBezTo>
                  <a:lnTo>
                    <a:pt x="182478" y="148590"/>
                  </a:lnTo>
                  <a:cubicBezTo>
                    <a:pt x="182478" y="139950"/>
                    <a:pt x="189480" y="132948"/>
                    <a:pt x="198120" y="132948"/>
                  </a:cubicBezTo>
                  <a:cubicBezTo>
                    <a:pt x="206759" y="132948"/>
                    <a:pt x="213761" y="139950"/>
                    <a:pt x="213761" y="148590"/>
                  </a:cubicBezTo>
                  <a:lnTo>
                    <a:pt x="213761" y="159017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51" name="Rounded Rectangle 31">
              <a:extLst>
                <a:ext uri="{FF2B5EF4-FFF2-40B4-BE49-F238E27FC236}">
                  <a16:creationId xmlns:a16="http://schemas.microsoft.com/office/drawing/2014/main" id="{EC40C84C-12A9-D571-C1C2-AB7FC6A017E2}"/>
                </a:ext>
              </a:extLst>
            </p:cNvPr>
            <p:cNvSpPr/>
            <p:nvPr/>
          </p:nvSpPr>
          <p:spPr>
            <a:xfrm>
              <a:off x="5268199" y="3709340"/>
              <a:ext cx="248765" cy="249996"/>
            </a:xfrm>
            <a:custGeom>
              <a:avLst/>
              <a:gdLst/>
              <a:ahLst/>
              <a:cxnLst/>
              <a:rect l="0" t="0" r="0" b="0"/>
              <a:pathLst>
                <a:path w="248765" h="249996">
                  <a:moveTo>
                    <a:pt x="148756" y="0"/>
                  </a:moveTo>
                  <a:cubicBezTo>
                    <a:pt x="144439" y="0"/>
                    <a:pt x="140446" y="1459"/>
                    <a:pt x="137505" y="4389"/>
                  </a:cubicBezTo>
                  <a:cubicBezTo>
                    <a:pt x="134575" y="7330"/>
                    <a:pt x="133115" y="11324"/>
                    <a:pt x="133115" y="15641"/>
                  </a:cubicBezTo>
                  <a:lnTo>
                    <a:pt x="133115" y="84670"/>
                  </a:lnTo>
                  <a:cubicBezTo>
                    <a:pt x="147218" y="79873"/>
                    <a:pt x="162364" y="79029"/>
                    <a:pt x="176910" y="82219"/>
                  </a:cubicBezTo>
                  <a:lnTo>
                    <a:pt x="176910" y="15641"/>
                  </a:lnTo>
                  <a:cubicBezTo>
                    <a:pt x="176910" y="11324"/>
                    <a:pt x="175450" y="7330"/>
                    <a:pt x="172510" y="4389"/>
                  </a:cubicBezTo>
                  <a:cubicBezTo>
                    <a:pt x="169590" y="1459"/>
                    <a:pt x="165586" y="0"/>
                    <a:pt x="161269" y="0"/>
                  </a:cubicBezTo>
                  <a:lnTo>
                    <a:pt x="148756" y="0"/>
                  </a:lnTo>
                  <a:moveTo>
                    <a:pt x="103919" y="85285"/>
                  </a:moveTo>
                  <a:lnTo>
                    <a:pt x="103919" y="102177"/>
                  </a:lnTo>
                  <a:cubicBezTo>
                    <a:pt x="87402" y="117542"/>
                    <a:pt x="78033" y="139095"/>
                    <a:pt x="78059" y="161655"/>
                  </a:cubicBezTo>
                  <a:cubicBezTo>
                    <a:pt x="78059" y="185127"/>
                    <a:pt x="88017" y="206284"/>
                    <a:pt x="103919" y="221133"/>
                  </a:cubicBezTo>
                  <a:lnTo>
                    <a:pt x="103919" y="231174"/>
                  </a:lnTo>
                  <a:cubicBezTo>
                    <a:pt x="103919" y="235481"/>
                    <a:pt x="102459" y="239485"/>
                    <a:pt x="99539" y="242415"/>
                  </a:cubicBezTo>
                  <a:cubicBezTo>
                    <a:pt x="96599" y="245355"/>
                    <a:pt x="92595" y="246815"/>
                    <a:pt x="88278" y="246815"/>
                  </a:cubicBezTo>
                  <a:lnTo>
                    <a:pt x="75765" y="246815"/>
                  </a:lnTo>
                  <a:cubicBezTo>
                    <a:pt x="71458" y="246815"/>
                    <a:pt x="67465" y="245355"/>
                    <a:pt x="64524" y="242415"/>
                  </a:cubicBezTo>
                  <a:cubicBezTo>
                    <a:pt x="61594" y="239485"/>
                    <a:pt x="60134" y="235481"/>
                    <a:pt x="60134" y="231174"/>
                  </a:cubicBezTo>
                  <a:lnTo>
                    <a:pt x="60134" y="85285"/>
                  </a:lnTo>
                  <a:cubicBezTo>
                    <a:pt x="60134" y="80968"/>
                    <a:pt x="61594" y="76974"/>
                    <a:pt x="64524" y="74034"/>
                  </a:cubicBezTo>
                  <a:cubicBezTo>
                    <a:pt x="67465" y="71114"/>
                    <a:pt x="71458" y="69644"/>
                    <a:pt x="75775" y="69644"/>
                  </a:cubicBezTo>
                  <a:lnTo>
                    <a:pt x="88288" y="69644"/>
                  </a:lnTo>
                  <a:cubicBezTo>
                    <a:pt x="92595" y="69644"/>
                    <a:pt x="96599" y="71104"/>
                    <a:pt x="99529" y="74034"/>
                  </a:cubicBezTo>
                  <a:cubicBezTo>
                    <a:pt x="102469" y="76974"/>
                    <a:pt x="103929" y="80968"/>
                    <a:pt x="103929" y="85285"/>
                  </a:cubicBezTo>
                  <a:moveTo>
                    <a:pt x="232384" y="39822"/>
                  </a:moveTo>
                  <a:lnTo>
                    <a:pt x="232384" y="125701"/>
                  </a:lnTo>
                  <a:cubicBezTo>
                    <a:pt x="223317" y="107349"/>
                    <a:pt x="207687" y="93079"/>
                    <a:pt x="188589" y="85712"/>
                  </a:cubicBezTo>
                  <a:lnTo>
                    <a:pt x="188589" y="39832"/>
                  </a:lnTo>
                  <a:cubicBezTo>
                    <a:pt x="188589" y="35515"/>
                    <a:pt x="190049" y="31511"/>
                    <a:pt x="192968" y="28581"/>
                  </a:cubicBezTo>
                  <a:cubicBezTo>
                    <a:pt x="195909" y="25651"/>
                    <a:pt x="199913" y="24191"/>
                    <a:pt x="204230" y="24191"/>
                  </a:cubicBezTo>
                  <a:lnTo>
                    <a:pt x="216743" y="24191"/>
                  </a:lnTo>
                  <a:cubicBezTo>
                    <a:pt x="221049" y="24191"/>
                    <a:pt x="225043" y="25651"/>
                    <a:pt x="227983" y="28581"/>
                  </a:cubicBezTo>
                  <a:cubicBezTo>
                    <a:pt x="230914" y="31511"/>
                    <a:pt x="232373" y="35515"/>
                    <a:pt x="232373" y="39832"/>
                  </a:cubicBezTo>
                  <a:moveTo>
                    <a:pt x="15641" y="98747"/>
                  </a:moveTo>
                  <a:cubicBezTo>
                    <a:pt x="11324" y="98747"/>
                    <a:pt x="7330" y="100207"/>
                    <a:pt x="4389" y="103147"/>
                  </a:cubicBezTo>
                  <a:cubicBezTo>
                    <a:pt x="1459" y="106088"/>
                    <a:pt x="0" y="110081"/>
                    <a:pt x="0" y="114398"/>
                  </a:cubicBezTo>
                  <a:lnTo>
                    <a:pt x="0" y="231185"/>
                  </a:lnTo>
                  <a:cubicBezTo>
                    <a:pt x="0" y="235491"/>
                    <a:pt x="1459" y="239495"/>
                    <a:pt x="4389" y="242425"/>
                  </a:cubicBezTo>
                  <a:cubicBezTo>
                    <a:pt x="7330" y="245366"/>
                    <a:pt x="11324" y="246826"/>
                    <a:pt x="15641" y="246826"/>
                  </a:cubicBezTo>
                  <a:lnTo>
                    <a:pt x="28153" y="246826"/>
                  </a:lnTo>
                  <a:cubicBezTo>
                    <a:pt x="32470" y="246826"/>
                    <a:pt x="36464" y="245366"/>
                    <a:pt x="39394" y="242425"/>
                  </a:cubicBezTo>
                  <a:cubicBezTo>
                    <a:pt x="42335" y="239495"/>
                    <a:pt x="43794" y="235491"/>
                    <a:pt x="43794" y="231185"/>
                  </a:cubicBezTo>
                  <a:lnTo>
                    <a:pt x="43794" y="114398"/>
                  </a:lnTo>
                  <a:cubicBezTo>
                    <a:pt x="43794" y="110081"/>
                    <a:pt x="42335" y="106088"/>
                    <a:pt x="39394" y="103147"/>
                  </a:cubicBezTo>
                  <a:cubicBezTo>
                    <a:pt x="36474" y="100217"/>
                    <a:pt x="32470" y="98757"/>
                    <a:pt x="28153" y="98757"/>
                  </a:cubicBezTo>
                  <a:lnTo>
                    <a:pt x="15641" y="98757"/>
                  </a:lnTo>
                  <a:moveTo>
                    <a:pt x="159392" y="116828"/>
                  </a:moveTo>
                  <a:cubicBezTo>
                    <a:pt x="134627" y="116828"/>
                    <a:pt x="114555" y="136900"/>
                    <a:pt x="114555" y="161665"/>
                  </a:cubicBezTo>
                  <a:cubicBezTo>
                    <a:pt x="114555" y="186430"/>
                    <a:pt x="134627" y="206503"/>
                    <a:pt x="159392" y="206503"/>
                  </a:cubicBezTo>
                  <a:cubicBezTo>
                    <a:pt x="184157" y="206503"/>
                    <a:pt x="204230" y="186430"/>
                    <a:pt x="204230" y="161665"/>
                  </a:cubicBezTo>
                  <a:cubicBezTo>
                    <a:pt x="204230" y="136900"/>
                    <a:pt x="184157" y="116828"/>
                    <a:pt x="159392" y="116828"/>
                  </a:cubicBezTo>
                  <a:moveTo>
                    <a:pt x="93700" y="161665"/>
                  </a:moveTo>
                  <a:cubicBezTo>
                    <a:pt x="93700" y="133319"/>
                    <a:pt x="111885" y="108163"/>
                    <a:pt x="138809" y="99284"/>
                  </a:cubicBezTo>
                  <a:cubicBezTo>
                    <a:pt x="165727" y="90400"/>
                    <a:pt x="195315" y="99789"/>
                    <a:pt x="212186" y="122568"/>
                  </a:cubicBezTo>
                  <a:cubicBezTo>
                    <a:pt x="229058" y="145352"/>
                    <a:pt x="229412" y="176389"/>
                    <a:pt x="213062" y="199548"/>
                  </a:cubicBezTo>
                  <a:lnTo>
                    <a:pt x="244970" y="231456"/>
                  </a:lnTo>
                  <a:cubicBezTo>
                    <a:pt x="247681" y="234073"/>
                    <a:pt x="248765" y="237952"/>
                    <a:pt x="247811" y="241596"/>
                  </a:cubicBezTo>
                  <a:cubicBezTo>
                    <a:pt x="246857" y="245241"/>
                    <a:pt x="244010" y="248087"/>
                    <a:pt x="240366" y="249042"/>
                  </a:cubicBezTo>
                  <a:cubicBezTo>
                    <a:pt x="236722" y="249996"/>
                    <a:pt x="232843" y="248911"/>
                    <a:pt x="230225" y="246200"/>
                  </a:cubicBezTo>
                  <a:lnTo>
                    <a:pt x="198484" y="214459"/>
                  </a:lnTo>
                  <a:cubicBezTo>
                    <a:pt x="178547" y="229230"/>
                    <a:pt x="151984" y="231503"/>
                    <a:pt x="129825" y="220340"/>
                  </a:cubicBezTo>
                  <a:cubicBezTo>
                    <a:pt x="107667" y="209178"/>
                    <a:pt x="93689" y="186477"/>
                    <a:pt x="93689" y="161665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52" name="Rounded Rectangle 32">
              <a:extLst>
                <a:ext uri="{FF2B5EF4-FFF2-40B4-BE49-F238E27FC236}">
                  <a16:creationId xmlns:a16="http://schemas.microsoft.com/office/drawing/2014/main" id="{6116EA50-8748-0B0E-E229-51D02316134E}"/>
                </a:ext>
              </a:extLst>
            </p:cNvPr>
            <p:cNvSpPr/>
            <p:nvPr/>
          </p:nvSpPr>
          <p:spPr>
            <a:xfrm>
              <a:off x="5266864" y="1831569"/>
              <a:ext cx="250434" cy="250282"/>
            </a:xfrm>
            <a:custGeom>
              <a:avLst/>
              <a:gdLst/>
              <a:ahLst/>
              <a:cxnLst/>
              <a:rect l="0" t="0" r="0" b="0"/>
              <a:pathLst>
                <a:path w="250434" h="250282">
                  <a:moveTo>
                    <a:pt x="181196" y="101364"/>
                  </a:moveTo>
                  <a:cubicBezTo>
                    <a:pt x="183224" y="100780"/>
                    <a:pt x="184731" y="99070"/>
                    <a:pt x="185054" y="96984"/>
                  </a:cubicBezTo>
                  <a:cubicBezTo>
                    <a:pt x="185356" y="94873"/>
                    <a:pt x="184319" y="92793"/>
                    <a:pt x="182447" y="91771"/>
                  </a:cubicBezTo>
                  <a:cubicBezTo>
                    <a:pt x="172943" y="86265"/>
                    <a:pt x="162145" y="83387"/>
                    <a:pt x="151165" y="83429"/>
                  </a:cubicBezTo>
                  <a:cubicBezTo>
                    <a:pt x="142250" y="83408"/>
                    <a:pt x="133433" y="85290"/>
                    <a:pt x="125305" y="88955"/>
                  </a:cubicBezTo>
                  <a:cubicBezTo>
                    <a:pt x="123866" y="89659"/>
                    <a:pt x="122797" y="90952"/>
                    <a:pt x="122386" y="92501"/>
                  </a:cubicBezTo>
                  <a:cubicBezTo>
                    <a:pt x="122021" y="94075"/>
                    <a:pt x="122406" y="95733"/>
                    <a:pt x="123428" y="96984"/>
                  </a:cubicBezTo>
                  <a:cubicBezTo>
                    <a:pt x="129445" y="104383"/>
                    <a:pt x="134043" y="112834"/>
                    <a:pt x="136984" y="121906"/>
                  </a:cubicBezTo>
                  <a:cubicBezTo>
                    <a:pt x="137615" y="123725"/>
                    <a:pt x="139163" y="125076"/>
                    <a:pt x="141051" y="125451"/>
                  </a:cubicBezTo>
                  <a:cubicBezTo>
                    <a:pt x="142886" y="125800"/>
                    <a:pt x="144763" y="125123"/>
                    <a:pt x="145951" y="123679"/>
                  </a:cubicBezTo>
                  <a:cubicBezTo>
                    <a:pt x="155060" y="112719"/>
                    <a:pt x="167395" y="104914"/>
                    <a:pt x="181196" y="101364"/>
                  </a:cubicBezTo>
                  <a:moveTo>
                    <a:pt x="109664" y="36506"/>
                  </a:moveTo>
                  <a:cubicBezTo>
                    <a:pt x="109659" y="56667"/>
                    <a:pt x="126046" y="73012"/>
                    <a:pt x="146264" y="73012"/>
                  </a:cubicBezTo>
                  <a:cubicBezTo>
                    <a:pt x="166483" y="73012"/>
                    <a:pt x="182869" y="56667"/>
                    <a:pt x="182864" y="36506"/>
                  </a:cubicBezTo>
                  <a:cubicBezTo>
                    <a:pt x="182869" y="16344"/>
                    <a:pt x="166483" y="0"/>
                    <a:pt x="146264" y="0"/>
                  </a:cubicBezTo>
                  <a:cubicBezTo>
                    <a:pt x="126046" y="0"/>
                    <a:pt x="109659" y="16344"/>
                    <a:pt x="109664" y="36506"/>
                  </a:cubicBezTo>
                  <a:moveTo>
                    <a:pt x="125305" y="141822"/>
                  </a:moveTo>
                  <a:cubicBezTo>
                    <a:pt x="126082" y="107271"/>
                    <a:pt x="98700" y="78627"/>
                    <a:pt x="64149" y="77850"/>
                  </a:cubicBezTo>
                  <a:cubicBezTo>
                    <a:pt x="29598" y="77073"/>
                    <a:pt x="954" y="104456"/>
                    <a:pt x="177" y="139007"/>
                  </a:cubicBezTo>
                  <a:cubicBezTo>
                    <a:pt x="0" y="140785"/>
                    <a:pt x="563" y="142562"/>
                    <a:pt x="1741" y="143908"/>
                  </a:cubicBezTo>
                  <a:cubicBezTo>
                    <a:pt x="2940" y="145232"/>
                    <a:pt x="4645" y="145988"/>
                    <a:pt x="6433" y="145993"/>
                  </a:cubicBezTo>
                  <a:lnTo>
                    <a:pt x="121134" y="145993"/>
                  </a:lnTo>
                  <a:cubicBezTo>
                    <a:pt x="122224" y="145993"/>
                    <a:pt x="123261" y="145550"/>
                    <a:pt x="124012" y="144757"/>
                  </a:cubicBezTo>
                  <a:cubicBezTo>
                    <a:pt x="124763" y="143970"/>
                    <a:pt x="125154" y="142907"/>
                    <a:pt x="125097" y="141822"/>
                  </a:cubicBezTo>
                  <a:moveTo>
                    <a:pt x="21032" y="36506"/>
                  </a:moveTo>
                  <a:cubicBezTo>
                    <a:pt x="21026" y="56667"/>
                    <a:pt x="37413" y="73012"/>
                    <a:pt x="57632" y="73012"/>
                  </a:cubicBezTo>
                  <a:cubicBezTo>
                    <a:pt x="77850" y="73012"/>
                    <a:pt x="94237" y="56667"/>
                    <a:pt x="94232" y="36506"/>
                  </a:cubicBezTo>
                  <a:cubicBezTo>
                    <a:pt x="94237" y="16344"/>
                    <a:pt x="77850" y="0"/>
                    <a:pt x="57632" y="0"/>
                  </a:cubicBezTo>
                  <a:cubicBezTo>
                    <a:pt x="37413" y="0"/>
                    <a:pt x="21026" y="16344"/>
                    <a:pt x="21032" y="36506"/>
                  </a:cubicBezTo>
                  <a:moveTo>
                    <a:pt x="198297" y="114711"/>
                  </a:moveTo>
                  <a:cubicBezTo>
                    <a:pt x="169502" y="114711"/>
                    <a:pt x="146160" y="138053"/>
                    <a:pt x="146160" y="166848"/>
                  </a:cubicBezTo>
                  <a:cubicBezTo>
                    <a:pt x="146160" y="199903"/>
                    <a:pt x="192666" y="246721"/>
                    <a:pt x="194647" y="248703"/>
                  </a:cubicBezTo>
                  <a:cubicBezTo>
                    <a:pt x="195591" y="249709"/>
                    <a:pt x="196915" y="250282"/>
                    <a:pt x="198297" y="250282"/>
                  </a:cubicBezTo>
                  <a:cubicBezTo>
                    <a:pt x="199678" y="250282"/>
                    <a:pt x="201003" y="249709"/>
                    <a:pt x="201946" y="248703"/>
                  </a:cubicBezTo>
                  <a:cubicBezTo>
                    <a:pt x="203928" y="246721"/>
                    <a:pt x="250434" y="199903"/>
                    <a:pt x="250434" y="166848"/>
                  </a:cubicBezTo>
                  <a:cubicBezTo>
                    <a:pt x="250434" y="138053"/>
                    <a:pt x="227092" y="114711"/>
                    <a:pt x="198297" y="114711"/>
                  </a:cubicBezTo>
                  <a:moveTo>
                    <a:pt x="198297" y="148600"/>
                  </a:moveTo>
                  <a:cubicBezTo>
                    <a:pt x="208375" y="148600"/>
                    <a:pt x="216545" y="156770"/>
                    <a:pt x="216545" y="166848"/>
                  </a:cubicBezTo>
                  <a:cubicBezTo>
                    <a:pt x="216545" y="176926"/>
                    <a:pt x="208375" y="185096"/>
                    <a:pt x="198297" y="185096"/>
                  </a:cubicBezTo>
                  <a:cubicBezTo>
                    <a:pt x="188219" y="185096"/>
                    <a:pt x="180049" y="176926"/>
                    <a:pt x="180049" y="166848"/>
                  </a:cubicBezTo>
                  <a:cubicBezTo>
                    <a:pt x="180106" y="156796"/>
                    <a:pt x="188245" y="148657"/>
                    <a:pt x="198297" y="148600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>
                <a:latin typeface="Bahnschrift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6F29A3-4280-871F-85C7-56ECD684CEDD}"/>
                </a:ext>
              </a:extLst>
            </p:cNvPr>
            <p:cNvSpPr txBox="1"/>
            <p:nvPr/>
          </p:nvSpPr>
          <p:spPr>
            <a:xfrm>
              <a:off x="5652854" y="3058567"/>
              <a:ext cx="10708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dirty="0">
                  <a:solidFill>
                    <a:schemeClr val="bg2"/>
                  </a:solidFill>
                  <a:latin typeface="Bahnschrift" panose="020B0502040204020203" pitchFamily="34" charset="0"/>
                </a:rPr>
                <a:t>Economic &amp; Social
Protection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63686C-3F9B-54B0-F936-62D8F7693AC2}"/>
                </a:ext>
              </a:extLst>
            </p:cNvPr>
            <p:cNvSpPr txBox="1"/>
            <p:nvPr/>
          </p:nvSpPr>
          <p:spPr>
            <a:xfrm>
              <a:off x="5652854" y="2119791"/>
              <a:ext cx="13978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484848"/>
                  </a:solidFill>
                  <a:latin typeface="Bahnschrift" panose="020B0502040204020203" pitchFamily="34" charset="0"/>
                </a:rPr>
                <a:t>Facilitates private group
tracking and alerts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833E66-4FC0-9674-A41A-86851F51C151}"/>
                </a:ext>
              </a:extLst>
            </p:cNvPr>
            <p:cNvSpPr txBox="1"/>
            <p:nvPr/>
          </p:nvSpPr>
          <p:spPr>
            <a:xfrm>
              <a:off x="5652854" y="3371076"/>
              <a:ext cx="11573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Prevents scams and
ensures inclusivity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62FA7CD-C343-3057-79AE-BEB40F693800}"/>
                </a:ext>
              </a:extLst>
            </p:cNvPr>
            <p:cNvSpPr txBox="1"/>
            <p:nvPr/>
          </p:nvSpPr>
          <p:spPr>
            <a:xfrm>
              <a:off x="5652854" y="1807283"/>
              <a:ext cx="8255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dirty="0">
                  <a:solidFill>
                    <a:srgbClr val="3CC583"/>
                  </a:solidFill>
                  <a:latin typeface="Bahnschrift" panose="020B0502040204020203" pitchFamily="34" charset="0"/>
                </a:rPr>
                <a:t>Internal Group
Tracking Hub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E70CE80-9806-2F52-26FE-E7A701A6D7AD}"/>
                </a:ext>
              </a:extLst>
            </p:cNvPr>
            <p:cNvSpPr txBox="1"/>
            <p:nvPr/>
          </p:nvSpPr>
          <p:spPr>
            <a:xfrm>
              <a:off x="5652854" y="3684210"/>
              <a:ext cx="9345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DE8431"/>
                  </a:solidFill>
                  <a:latin typeface="Bahnschrift" panose="020B0502040204020203" pitchFamily="34" charset="0"/>
                </a:rPr>
                <a:t>Intelligence-Led
Operations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FA737B-3780-DB6B-602C-90892F431FDC}"/>
                </a:ext>
              </a:extLst>
            </p:cNvPr>
            <p:cNvSpPr txBox="1"/>
            <p:nvPr/>
          </p:nvSpPr>
          <p:spPr>
            <a:xfrm>
              <a:off x="5652854" y="1494149"/>
              <a:ext cx="13048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Detects anomalies and
offers privacy options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0A6264F-F65D-73F8-610E-AE2AA1053247}"/>
                </a:ext>
              </a:extLst>
            </p:cNvPr>
            <p:cNvSpPr txBox="1"/>
            <p:nvPr/>
          </p:nvSpPr>
          <p:spPr>
            <a:xfrm>
              <a:off x="5652854" y="3996718"/>
              <a:ext cx="13160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Uses data for resource
deployment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E0CCC24-9A52-0D2F-BF21-F2E06EB62A8F}"/>
                </a:ext>
              </a:extLst>
            </p:cNvPr>
            <p:cNvSpPr txBox="1"/>
            <p:nvPr/>
          </p:nvSpPr>
          <p:spPr>
            <a:xfrm>
              <a:off x="5652854" y="1181641"/>
              <a:ext cx="110767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dirty="0">
                  <a:solidFill>
                    <a:srgbClr val="1EABDA"/>
                  </a:solidFill>
                  <a:latin typeface="Bahnschrift" panose="020B0502040204020203" pitchFamily="34" charset="0"/>
                </a:rPr>
                <a:t>Proactive AI Safety
&amp; Control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E7A60E-BD1D-7C4C-82CF-2D5CAE54EEB4}"/>
                </a:ext>
              </a:extLst>
            </p:cNvPr>
            <p:cNvSpPr txBox="1"/>
            <p:nvPr/>
          </p:nvSpPr>
          <p:spPr>
            <a:xfrm>
              <a:off x="5652854" y="4309852"/>
              <a:ext cx="1170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E55753"/>
                  </a:solidFill>
                  <a:latin typeface="Bahnschrift" panose="020B0502040204020203" pitchFamily="34" charset="0"/>
                </a:rPr>
                <a:t>Immutable Evidence
&amp; Identity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BA496EB-21E2-437D-4386-F73B70887C0E}"/>
                </a:ext>
              </a:extLst>
            </p:cNvPr>
            <p:cNvSpPr txBox="1"/>
            <p:nvPr/>
          </p:nvSpPr>
          <p:spPr>
            <a:xfrm>
              <a:off x="5652854" y="5873644"/>
              <a:ext cx="13625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Creates a secure digital
ecosystem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C30C83F-0358-CA72-1A73-2905F9ADF4DF}"/>
                </a:ext>
              </a:extLst>
            </p:cNvPr>
            <p:cNvSpPr txBox="1"/>
            <p:nvPr/>
          </p:nvSpPr>
          <p:spPr>
            <a:xfrm>
              <a:off x="5652854" y="4622360"/>
              <a:ext cx="14090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Offers blockchain-based
identity verification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2559053-B9EE-CFE6-FE4C-8996894886C3}"/>
                </a:ext>
              </a:extLst>
            </p:cNvPr>
            <p:cNvSpPr txBox="1"/>
            <p:nvPr/>
          </p:nvSpPr>
          <p:spPr>
            <a:xfrm>
              <a:off x="5652854" y="4935494"/>
              <a:ext cx="10804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DE58A9"/>
                  </a:solidFill>
                  <a:latin typeface="Bahnschrift" panose="020B0502040204020203" pitchFamily="34" charset="0"/>
                </a:rPr>
                <a:t>Enhanced National
Brand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F7712F9-4390-8561-301C-FF91C25A5B26}"/>
                </a:ext>
              </a:extLst>
            </p:cNvPr>
            <p:cNvSpPr txBox="1"/>
            <p:nvPr/>
          </p:nvSpPr>
          <p:spPr>
            <a:xfrm>
              <a:off x="5652854" y="5248002"/>
              <a:ext cx="12840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Builds a reputation for
safety and innovation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374700A-1A34-BA5A-2064-CC06D57741FD}"/>
                </a:ext>
              </a:extLst>
            </p:cNvPr>
            <p:cNvSpPr txBox="1"/>
            <p:nvPr/>
          </p:nvSpPr>
          <p:spPr>
            <a:xfrm>
              <a:off x="5652854" y="2745434"/>
              <a:ext cx="13465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484848"/>
                  </a:solidFill>
                  <a:latin typeface="Bahnschrift" panose="020B0502040204020203" pitchFamily="34" charset="0"/>
                </a:rPr>
                <a:t>Provides multi-channel
emergency alerts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F1F8C08-57FD-25CD-52B5-23253E6B496E}"/>
                </a:ext>
              </a:extLst>
            </p:cNvPr>
            <p:cNvSpPr txBox="1"/>
            <p:nvPr/>
          </p:nvSpPr>
          <p:spPr>
            <a:xfrm>
              <a:off x="5652854" y="5561136"/>
              <a:ext cx="119103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BA5DE5"/>
                  </a:solidFill>
                  <a:latin typeface="Bahnschrift" panose="020B0502040204020203" pitchFamily="34" charset="0"/>
                </a:rPr>
                <a:t>Strategic Digital
Public Infrastructure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D26C162-F3CA-9CC4-CC23-36E15699B82D}"/>
                </a:ext>
              </a:extLst>
            </p:cNvPr>
            <p:cNvSpPr txBox="1"/>
            <p:nvPr/>
          </p:nvSpPr>
          <p:spPr>
            <a:xfrm>
              <a:off x="5652854" y="2432925"/>
              <a:ext cx="10050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92BD39"/>
                  </a:solidFill>
                  <a:latin typeface="Bahnschrift" panose="020B0502040204020203" pitchFamily="34" charset="0"/>
                </a:rPr>
                <a:t>Instant &amp; Verified
SOS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6B80428-8D2A-4FE8-4FD0-8EF8BB48A9F8}"/>
              </a:ext>
            </a:extLst>
          </p:cNvPr>
          <p:cNvGrpSpPr/>
          <p:nvPr/>
        </p:nvGrpSpPr>
        <p:grpSpPr>
          <a:xfrm>
            <a:off x="577220" y="1369961"/>
            <a:ext cx="5080595" cy="4208127"/>
            <a:chOff x="2031702" y="1841802"/>
            <a:chExt cx="5080595" cy="4208127"/>
          </a:xfrm>
        </p:grpSpPr>
        <p:sp>
          <p:nvSpPr>
            <p:cNvPr id="173" name="Rounded Rectangle 1">
              <a:extLst>
                <a:ext uri="{FF2B5EF4-FFF2-40B4-BE49-F238E27FC236}">
                  <a16:creationId xmlns:a16="http://schemas.microsoft.com/office/drawing/2014/main" id="{DF0C7433-D7F7-13AC-583B-8379F56961AC}"/>
                </a:ext>
              </a:extLst>
            </p:cNvPr>
            <p:cNvSpPr/>
            <p:nvPr/>
          </p:nvSpPr>
          <p:spPr>
            <a:xfrm>
              <a:off x="2435366" y="1916062"/>
              <a:ext cx="4676931" cy="2338465"/>
            </a:xfrm>
            <a:custGeom>
              <a:avLst/>
              <a:gdLst/>
              <a:ahLst/>
              <a:cxnLst/>
              <a:rect l="0" t="0" r="0" b="0"/>
              <a:pathLst>
                <a:path w="4676931" h="2338465">
                  <a:moveTo>
                    <a:pt x="4676931" y="0"/>
                  </a:moveTo>
                  <a:lnTo>
                    <a:pt x="0" y="0"/>
                  </a:lnTo>
                  <a:moveTo>
                    <a:pt x="4676931" y="584616"/>
                  </a:moveTo>
                  <a:lnTo>
                    <a:pt x="0" y="584616"/>
                  </a:lnTo>
                  <a:moveTo>
                    <a:pt x="4676931" y="1169232"/>
                  </a:moveTo>
                  <a:lnTo>
                    <a:pt x="0" y="1169232"/>
                  </a:lnTo>
                  <a:moveTo>
                    <a:pt x="4676931" y="1753849"/>
                  </a:moveTo>
                  <a:lnTo>
                    <a:pt x="0" y="1753849"/>
                  </a:lnTo>
                  <a:moveTo>
                    <a:pt x="4676931" y="2338465"/>
                  </a:moveTo>
                  <a:lnTo>
                    <a:pt x="0" y="2338465"/>
                  </a:lnTo>
                </a:path>
              </a:pathLst>
            </a:custGeom>
            <a:noFill/>
            <a:ln w="10439">
              <a:solidFill>
                <a:srgbClr val="969696"/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74" name="Rounded Rectangle 2">
              <a:extLst>
                <a:ext uri="{FF2B5EF4-FFF2-40B4-BE49-F238E27FC236}">
                  <a16:creationId xmlns:a16="http://schemas.microsoft.com/office/drawing/2014/main" id="{CC321C02-5341-9400-4EA6-2F3FBFD56F3B}"/>
                </a:ext>
              </a:extLst>
            </p:cNvPr>
            <p:cNvSpPr/>
            <p:nvPr/>
          </p:nvSpPr>
          <p:spPr>
            <a:xfrm>
              <a:off x="2435366" y="4769547"/>
              <a:ext cx="1169232" cy="83516"/>
            </a:xfrm>
            <a:custGeom>
              <a:avLst/>
              <a:gdLst/>
              <a:ahLst/>
              <a:cxnLst/>
              <a:rect l="0" t="0" r="0" b="0"/>
              <a:pathLst>
                <a:path w="1169232" h="83516">
                  <a:moveTo>
                    <a:pt x="236630" y="83516"/>
                  </a:moveTo>
                  <a:cubicBezTo>
                    <a:pt x="236630" y="83516"/>
                    <a:pt x="236645" y="83413"/>
                    <a:pt x="236669" y="83215"/>
                  </a:cubicBezTo>
                  <a:cubicBezTo>
                    <a:pt x="236630" y="83413"/>
                    <a:pt x="236630" y="83516"/>
                    <a:pt x="236630" y="83516"/>
                  </a:cubicBezTo>
                  <a:close/>
                  <a:moveTo>
                    <a:pt x="1169232" y="83516"/>
                  </a:moveTo>
                  <a:lnTo>
                    <a:pt x="278388" y="83516"/>
                  </a:lnTo>
                  <a:cubicBezTo>
                    <a:pt x="278388" y="83516"/>
                    <a:pt x="257509" y="81259"/>
                    <a:pt x="257509" y="67715"/>
                  </a:cubicBezTo>
                  <a:cubicBezTo>
                    <a:pt x="239207" y="75630"/>
                    <a:pt x="236948" y="81810"/>
                    <a:pt x="236669" y="83215"/>
                  </a:cubicBezTo>
                  <a:cubicBezTo>
                    <a:pt x="237191" y="79054"/>
                    <a:pt x="242323" y="32831"/>
                    <a:pt x="215751" y="11285"/>
                  </a:cubicBezTo>
                  <a:cubicBezTo>
                    <a:pt x="222711" y="63201"/>
                    <a:pt x="194872" y="83516"/>
                    <a:pt x="194872" y="83516"/>
                  </a:cubicBezTo>
                  <a:lnTo>
                    <a:pt x="167033" y="83516"/>
                  </a:lnTo>
                  <a:cubicBezTo>
                    <a:pt x="167033" y="83516"/>
                    <a:pt x="153113" y="79002"/>
                    <a:pt x="146154" y="54173"/>
                  </a:cubicBezTo>
                  <a:cubicBezTo>
                    <a:pt x="132234" y="67715"/>
                    <a:pt x="132234" y="83516"/>
                    <a:pt x="132234" y="83516"/>
                  </a:cubicBezTo>
                  <a:cubicBezTo>
                    <a:pt x="132234" y="83516"/>
                    <a:pt x="97436" y="49658"/>
                    <a:pt x="104395" y="0"/>
                  </a:cubicBezTo>
                  <a:cubicBezTo>
                    <a:pt x="69597" y="24829"/>
                    <a:pt x="83516" y="83516"/>
                    <a:pt x="83516" y="83516"/>
                  </a:cubicBezTo>
                  <a:cubicBezTo>
                    <a:pt x="83516" y="83516"/>
                    <a:pt x="76556" y="72230"/>
                    <a:pt x="59157" y="60944"/>
                  </a:cubicBezTo>
                  <a:cubicBezTo>
                    <a:pt x="59157" y="76744"/>
                    <a:pt x="38278" y="83516"/>
                    <a:pt x="38278" y="83516"/>
                  </a:cubicBezTo>
                  <a:lnTo>
                    <a:pt x="0" y="83516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75" name="Rounded Rectangle 3">
              <a:extLst>
                <a:ext uri="{FF2B5EF4-FFF2-40B4-BE49-F238E27FC236}">
                  <a16:creationId xmlns:a16="http://schemas.microsoft.com/office/drawing/2014/main" id="{CC36A8A4-3B32-E113-870B-7574EA846163}"/>
                </a:ext>
              </a:extLst>
            </p:cNvPr>
            <p:cNvSpPr/>
            <p:nvPr/>
          </p:nvSpPr>
          <p:spPr>
            <a:xfrm>
              <a:off x="2957345" y="4063828"/>
              <a:ext cx="125274" cy="83516"/>
            </a:xfrm>
            <a:custGeom>
              <a:avLst/>
              <a:gdLst/>
              <a:ahLst/>
              <a:cxnLst/>
              <a:rect l="0" t="0" r="0" b="0"/>
              <a:pathLst>
                <a:path w="125274" h="83516">
                  <a:moveTo>
                    <a:pt x="125274" y="0"/>
                  </a:moveTo>
                  <a:lnTo>
                    <a:pt x="0" y="0"/>
                  </a:lnTo>
                  <a:lnTo>
                    <a:pt x="11038" y="71712"/>
                  </a:lnTo>
                  <a:cubicBezTo>
                    <a:pt x="12082" y="78505"/>
                    <a:pt x="17928" y="83516"/>
                    <a:pt x="24797" y="83516"/>
                  </a:cubicBezTo>
                  <a:lnTo>
                    <a:pt x="100477" y="83516"/>
                  </a:lnTo>
                  <a:cubicBezTo>
                    <a:pt x="107346" y="83516"/>
                    <a:pt x="113192" y="78505"/>
                    <a:pt x="114236" y="71712"/>
                  </a:cubicBezTo>
                  <a:lnTo>
                    <a:pt x="125274" y="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76" name="Rounded Rectangle 4">
              <a:extLst>
                <a:ext uri="{FF2B5EF4-FFF2-40B4-BE49-F238E27FC236}">
                  <a16:creationId xmlns:a16="http://schemas.microsoft.com/office/drawing/2014/main" id="{ED6E80B2-18B7-FDEB-AFDC-BA04A5C58AD0}"/>
                </a:ext>
              </a:extLst>
            </p:cNvPr>
            <p:cNvSpPr/>
            <p:nvPr/>
          </p:nvSpPr>
          <p:spPr>
            <a:xfrm>
              <a:off x="2943425" y="3980312"/>
              <a:ext cx="153106" cy="167033"/>
            </a:xfrm>
            <a:custGeom>
              <a:avLst/>
              <a:gdLst/>
              <a:ahLst/>
              <a:cxnLst/>
              <a:rect l="0" t="0" r="0" b="0"/>
              <a:pathLst>
                <a:path w="153106" h="167033">
                  <a:moveTo>
                    <a:pt x="139194" y="83516"/>
                  </a:moveTo>
                  <a:lnTo>
                    <a:pt x="76556" y="83516"/>
                  </a:lnTo>
                  <a:lnTo>
                    <a:pt x="13919" y="83516"/>
                  </a:lnTo>
                  <a:lnTo>
                    <a:pt x="24958" y="155231"/>
                  </a:lnTo>
                  <a:cubicBezTo>
                    <a:pt x="26003" y="162021"/>
                    <a:pt x="31846" y="167033"/>
                    <a:pt x="38716" y="167033"/>
                  </a:cubicBezTo>
                  <a:lnTo>
                    <a:pt x="114397" y="167033"/>
                  </a:lnTo>
                  <a:cubicBezTo>
                    <a:pt x="121267" y="167033"/>
                    <a:pt x="127110" y="162021"/>
                    <a:pt x="128155" y="155231"/>
                  </a:cubicBezTo>
                  <a:lnTo>
                    <a:pt x="139194" y="83516"/>
                  </a:lnTo>
                  <a:close/>
                  <a:moveTo>
                    <a:pt x="13919" y="83516"/>
                  </a:moveTo>
                  <a:lnTo>
                    <a:pt x="0" y="0"/>
                  </a:lnTo>
                  <a:moveTo>
                    <a:pt x="139194" y="83516"/>
                  </a:moveTo>
                  <a:lnTo>
                    <a:pt x="153106" y="0"/>
                  </a:lnTo>
                  <a:moveTo>
                    <a:pt x="76556" y="83516"/>
                  </a:moveTo>
                  <a:lnTo>
                    <a:pt x="76556" y="0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77" name="Rounded Rectangle 5">
              <a:extLst>
                <a:ext uri="{FF2B5EF4-FFF2-40B4-BE49-F238E27FC236}">
                  <a16:creationId xmlns:a16="http://schemas.microsoft.com/office/drawing/2014/main" id="{AA731CB3-346C-8295-5A0D-8868530A929B}"/>
                </a:ext>
              </a:extLst>
            </p:cNvPr>
            <p:cNvSpPr/>
            <p:nvPr/>
          </p:nvSpPr>
          <p:spPr>
            <a:xfrm>
              <a:off x="2685916" y="3117307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2"/>
                  </a:moveTo>
                  <a:cubicBezTo>
                    <a:pt x="648520" y="497926"/>
                    <a:pt x="668133" y="419768"/>
                    <a:pt x="668133" y="334066"/>
                  </a:cubicBezTo>
                  <a:cubicBezTo>
                    <a:pt x="668133" y="149564"/>
                    <a:pt x="518568" y="0"/>
                    <a:pt x="334066" y="0"/>
                  </a:cubicBezTo>
                  <a:cubicBezTo>
                    <a:pt x="149564" y="0"/>
                    <a:pt x="0" y="149564"/>
                    <a:pt x="0" y="334066"/>
                  </a:cubicBezTo>
                  <a:cubicBezTo>
                    <a:pt x="0" y="419768"/>
                    <a:pt x="19612" y="497926"/>
                    <a:pt x="61287" y="557062"/>
                  </a:cubicBezTo>
                  <a:cubicBezTo>
                    <a:pt x="125887" y="648736"/>
                    <a:pt x="224875" y="726003"/>
                    <a:pt x="250549" y="835166"/>
                  </a:cubicBezTo>
                  <a:lnTo>
                    <a:pt x="257509" y="863005"/>
                  </a:lnTo>
                  <a:lnTo>
                    <a:pt x="410623" y="863005"/>
                  </a:lnTo>
                  <a:lnTo>
                    <a:pt x="417583" y="835166"/>
                  </a:lnTo>
                  <a:cubicBezTo>
                    <a:pt x="443257" y="726003"/>
                    <a:pt x="542245" y="648736"/>
                    <a:pt x="606845" y="557062"/>
                  </a:cubicBezTo>
                </a:path>
              </a:pathLst>
            </a:custGeom>
            <a:solidFill>
              <a:srgbClr val="EDF4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78" name="Rounded Rectangle 6">
              <a:extLst>
                <a:ext uri="{FF2B5EF4-FFF2-40B4-BE49-F238E27FC236}">
                  <a16:creationId xmlns:a16="http://schemas.microsoft.com/office/drawing/2014/main" id="{901A04F2-0558-4DF3-E794-12F7612228A9}"/>
                </a:ext>
              </a:extLst>
            </p:cNvPr>
            <p:cNvSpPr/>
            <p:nvPr/>
          </p:nvSpPr>
          <p:spPr>
            <a:xfrm>
              <a:off x="2685916" y="3117307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5"/>
                  </a:moveTo>
                  <a:cubicBezTo>
                    <a:pt x="648519" y="497928"/>
                    <a:pt x="668133" y="419765"/>
                    <a:pt x="668133" y="334066"/>
                  </a:cubicBezTo>
                  <a:cubicBezTo>
                    <a:pt x="668133" y="149566"/>
                    <a:pt x="518566" y="0"/>
                    <a:pt x="334066" y="0"/>
                  </a:cubicBezTo>
                  <a:cubicBezTo>
                    <a:pt x="472441" y="0"/>
                    <a:pt x="584616" y="149566"/>
                    <a:pt x="584616" y="334066"/>
                  </a:cubicBezTo>
                  <a:cubicBezTo>
                    <a:pt x="584616" y="408417"/>
                    <a:pt x="573544" y="477094"/>
                    <a:pt x="550201" y="532598"/>
                  </a:cubicBezTo>
                  <a:cubicBezTo>
                    <a:pt x="507073" y="635145"/>
                    <a:pt x="416028" y="725609"/>
                    <a:pt x="396703" y="835166"/>
                  </a:cubicBezTo>
                  <a:lnTo>
                    <a:pt x="417583" y="835166"/>
                  </a:lnTo>
                  <a:cubicBezTo>
                    <a:pt x="443256" y="726000"/>
                    <a:pt x="542246" y="648734"/>
                    <a:pt x="606845" y="557065"/>
                  </a:cubicBezTo>
                  <a:close/>
                  <a:moveTo>
                    <a:pt x="334066" y="0"/>
                  </a:moveTo>
                  <a:cubicBezTo>
                    <a:pt x="149566" y="0"/>
                    <a:pt x="0" y="149566"/>
                    <a:pt x="0" y="334066"/>
                  </a:cubicBezTo>
                  <a:cubicBezTo>
                    <a:pt x="0" y="419766"/>
                    <a:pt x="19613" y="497928"/>
                    <a:pt x="61287" y="557065"/>
                  </a:cubicBezTo>
                  <a:cubicBezTo>
                    <a:pt x="125886" y="648734"/>
                    <a:pt x="224876" y="726000"/>
                    <a:pt x="250549" y="835166"/>
                  </a:cubicBezTo>
                  <a:lnTo>
                    <a:pt x="271429" y="835166"/>
                  </a:lnTo>
                  <a:cubicBezTo>
                    <a:pt x="252104" y="725609"/>
                    <a:pt x="161059" y="635145"/>
                    <a:pt x="117931" y="532597"/>
                  </a:cubicBezTo>
                  <a:cubicBezTo>
                    <a:pt x="94588" y="477094"/>
                    <a:pt x="83516" y="408417"/>
                    <a:pt x="83516" y="334066"/>
                  </a:cubicBezTo>
                  <a:cubicBezTo>
                    <a:pt x="83516" y="149566"/>
                    <a:pt x="195691" y="0"/>
                    <a:pt x="334066" y="0"/>
                  </a:cubicBezTo>
                  <a:close/>
                  <a:moveTo>
                    <a:pt x="417583" y="835166"/>
                  </a:moveTo>
                  <a:lnTo>
                    <a:pt x="410623" y="863005"/>
                  </a:lnTo>
                  <a:lnTo>
                    <a:pt x="257509" y="863005"/>
                  </a:lnTo>
                  <a:lnTo>
                    <a:pt x="250549" y="835166"/>
                  </a:lnTo>
                  <a:moveTo>
                    <a:pt x="360165" y="835166"/>
                  </a:moveTo>
                  <a:lnTo>
                    <a:pt x="396703" y="835166"/>
                  </a:lnTo>
                  <a:moveTo>
                    <a:pt x="307967" y="835166"/>
                  </a:moveTo>
                  <a:lnTo>
                    <a:pt x="360165" y="835166"/>
                  </a:lnTo>
                  <a:moveTo>
                    <a:pt x="307967" y="835166"/>
                  </a:moveTo>
                  <a:cubicBezTo>
                    <a:pt x="302226" y="757046"/>
                    <a:pt x="277723" y="677422"/>
                    <a:pt x="258567" y="598535"/>
                  </a:cubicBezTo>
                  <a:moveTo>
                    <a:pt x="271429" y="835166"/>
                  </a:moveTo>
                  <a:lnTo>
                    <a:pt x="307967" y="835166"/>
                  </a:lnTo>
                  <a:moveTo>
                    <a:pt x="409565" y="598535"/>
                  </a:moveTo>
                  <a:cubicBezTo>
                    <a:pt x="390409" y="677422"/>
                    <a:pt x="365906" y="757046"/>
                    <a:pt x="360165" y="835166"/>
                  </a:cubicBezTo>
                  <a:moveTo>
                    <a:pt x="407757" y="97436"/>
                  </a:moveTo>
                  <a:cubicBezTo>
                    <a:pt x="388875" y="37222"/>
                    <a:pt x="362829" y="0"/>
                    <a:pt x="334066" y="0"/>
                  </a:cubicBezTo>
                  <a:cubicBezTo>
                    <a:pt x="305303" y="0"/>
                    <a:pt x="279257" y="37222"/>
                    <a:pt x="260375" y="97436"/>
                  </a:cubicBezTo>
                </a:path>
              </a:pathLst>
            </a:custGeom>
            <a:noFill/>
            <a:ln w="10439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79" name="Rounded Rectangle 7">
              <a:extLst>
                <a:ext uri="{FF2B5EF4-FFF2-40B4-BE49-F238E27FC236}">
                  <a16:creationId xmlns:a16="http://schemas.microsoft.com/office/drawing/2014/main" id="{36F900FE-C291-8A14-CD8F-B1CE1A2B2467}"/>
                </a:ext>
              </a:extLst>
            </p:cNvPr>
            <p:cNvSpPr/>
            <p:nvPr/>
          </p:nvSpPr>
          <p:spPr>
            <a:xfrm>
              <a:off x="3604602" y="4769559"/>
              <a:ext cx="1169232" cy="83504"/>
            </a:xfrm>
            <a:custGeom>
              <a:avLst/>
              <a:gdLst/>
              <a:ahLst/>
              <a:cxnLst/>
              <a:rect l="0" t="0" r="0" b="0"/>
              <a:pathLst>
                <a:path w="1169232" h="83504">
                  <a:moveTo>
                    <a:pt x="1169232" y="83504"/>
                  </a:moveTo>
                  <a:lnTo>
                    <a:pt x="191724" y="83504"/>
                  </a:lnTo>
                  <a:cubicBezTo>
                    <a:pt x="191724" y="83504"/>
                    <a:pt x="202164" y="60932"/>
                    <a:pt x="174325" y="51903"/>
                  </a:cubicBezTo>
                  <a:cubicBezTo>
                    <a:pt x="184765" y="67703"/>
                    <a:pt x="160406" y="83504"/>
                    <a:pt x="160406" y="83504"/>
                  </a:cubicBezTo>
                  <a:lnTo>
                    <a:pt x="104728" y="83504"/>
                  </a:lnTo>
                  <a:cubicBezTo>
                    <a:pt x="104728" y="83504"/>
                    <a:pt x="91368" y="32909"/>
                    <a:pt x="104728" y="0"/>
                  </a:cubicBezTo>
                  <a:cubicBezTo>
                    <a:pt x="70424" y="25928"/>
                    <a:pt x="66450" y="83504"/>
                    <a:pt x="66450" y="83504"/>
                  </a:cubicBezTo>
                  <a:cubicBezTo>
                    <a:pt x="66450" y="83504"/>
                    <a:pt x="66450" y="67703"/>
                    <a:pt x="42090" y="60932"/>
                  </a:cubicBezTo>
                  <a:cubicBezTo>
                    <a:pt x="49050" y="74475"/>
                    <a:pt x="38611" y="83504"/>
                    <a:pt x="38611" y="83504"/>
                  </a:cubicBezTo>
                  <a:lnTo>
                    <a:pt x="0" y="83504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0" name="Rounded Rectangle 8">
              <a:extLst>
                <a:ext uri="{FF2B5EF4-FFF2-40B4-BE49-F238E27FC236}">
                  <a16:creationId xmlns:a16="http://schemas.microsoft.com/office/drawing/2014/main" id="{EADE8F96-B7B5-41E0-1FA5-9EBF6AB02287}"/>
                </a:ext>
              </a:extLst>
            </p:cNvPr>
            <p:cNvSpPr/>
            <p:nvPr/>
          </p:nvSpPr>
          <p:spPr>
            <a:xfrm>
              <a:off x="4126578" y="3475732"/>
              <a:ext cx="125274" cy="83516"/>
            </a:xfrm>
            <a:custGeom>
              <a:avLst/>
              <a:gdLst/>
              <a:ahLst/>
              <a:cxnLst/>
              <a:rect l="0" t="0" r="0" b="0"/>
              <a:pathLst>
                <a:path w="125274" h="83516">
                  <a:moveTo>
                    <a:pt x="125274" y="0"/>
                  </a:moveTo>
                  <a:lnTo>
                    <a:pt x="0" y="0"/>
                  </a:lnTo>
                  <a:lnTo>
                    <a:pt x="11038" y="71712"/>
                  </a:lnTo>
                  <a:cubicBezTo>
                    <a:pt x="12082" y="78505"/>
                    <a:pt x="17928" y="83516"/>
                    <a:pt x="24797" y="83516"/>
                  </a:cubicBezTo>
                  <a:lnTo>
                    <a:pt x="100477" y="83516"/>
                  </a:lnTo>
                  <a:cubicBezTo>
                    <a:pt x="107346" y="83516"/>
                    <a:pt x="113192" y="78505"/>
                    <a:pt x="114236" y="71712"/>
                  </a:cubicBezTo>
                  <a:lnTo>
                    <a:pt x="125274" y="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1" name="Rounded Rectangle 9">
              <a:extLst>
                <a:ext uri="{FF2B5EF4-FFF2-40B4-BE49-F238E27FC236}">
                  <a16:creationId xmlns:a16="http://schemas.microsoft.com/office/drawing/2014/main" id="{72E1AF41-B2CA-776D-71BD-39F8333465F3}"/>
                </a:ext>
              </a:extLst>
            </p:cNvPr>
            <p:cNvSpPr/>
            <p:nvPr/>
          </p:nvSpPr>
          <p:spPr>
            <a:xfrm>
              <a:off x="4112658" y="3392215"/>
              <a:ext cx="153106" cy="167033"/>
            </a:xfrm>
            <a:custGeom>
              <a:avLst/>
              <a:gdLst/>
              <a:ahLst/>
              <a:cxnLst/>
              <a:rect l="0" t="0" r="0" b="0"/>
              <a:pathLst>
                <a:path w="153106" h="167033">
                  <a:moveTo>
                    <a:pt x="139194" y="83516"/>
                  </a:moveTo>
                  <a:lnTo>
                    <a:pt x="76556" y="83516"/>
                  </a:lnTo>
                  <a:lnTo>
                    <a:pt x="13919" y="83516"/>
                  </a:lnTo>
                  <a:lnTo>
                    <a:pt x="24958" y="155231"/>
                  </a:lnTo>
                  <a:cubicBezTo>
                    <a:pt x="26003" y="162021"/>
                    <a:pt x="31846" y="167033"/>
                    <a:pt x="38716" y="167033"/>
                  </a:cubicBezTo>
                  <a:lnTo>
                    <a:pt x="114397" y="167033"/>
                  </a:lnTo>
                  <a:cubicBezTo>
                    <a:pt x="121267" y="167033"/>
                    <a:pt x="127110" y="162021"/>
                    <a:pt x="128155" y="155231"/>
                  </a:cubicBezTo>
                  <a:lnTo>
                    <a:pt x="139194" y="83516"/>
                  </a:lnTo>
                  <a:close/>
                  <a:moveTo>
                    <a:pt x="13919" y="83516"/>
                  </a:moveTo>
                  <a:lnTo>
                    <a:pt x="0" y="0"/>
                  </a:lnTo>
                  <a:moveTo>
                    <a:pt x="139194" y="83516"/>
                  </a:moveTo>
                  <a:lnTo>
                    <a:pt x="153106" y="0"/>
                  </a:lnTo>
                  <a:moveTo>
                    <a:pt x="76556" y="83516"/>
                  </a:moveTo>
                  <a:lnTo>
                    <a:pt x="76556" y="0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2" name="Rounded Rectangle 10">
              <a:extLst>
                <a:ext uri="{FF2B5EF4-FFF2-40B4-BE49-F238E27FC236}">
                  <a16:creationId xmlns:a16="http://schemas.microsoft.com/office/drawing/2014/main" id="{97960462-67B3-2AB3-BEF1-7F7775704573}"/>
                </a:ext>
              </a:extLst>
            </p:cNvPr>
            <p:cNvSpPr/>
            <p:nvPr/>
          </p:nvSpPr>
          <p:spPr>
            <a:xfrm>
              <a:off x="3855149" y="2529210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2"/>
                  </a:moveTo>
                  <a:cubicBezTo>
                    <a:pt x="648520" y="497926"/>
                    <a:pt x="668133" y="419768"/>
                    <a:pt x="668133" y="334066"/>
                  </a:cubicBezTo>
                  <a:cubicBezTo>
                    <a:pt x="668133" y="149564"/>
                    <a:pt x="518568" y="0"/>
                    <a:pt x="334066" y="0"/>
                  </a:cubicBezTo>
                  <a:cubicBezTo>
                    <a:pt x="149564" y="0"/>
                    <a:pt x="0" y="149564"/>
                    <a:pt x="0" y="334066"/>
                  </a:cubicBezTo>
                  <a:cubicBezTo>
                    <a:pt x="0" y="419768"/>
                    <a:pt x="19612" y="497926"/>
                    <a:pt x="61287" y="557062"/>
                  </a:cubicBezTo>
                  <a:cubicBezTo>
                    <a:pt x="125887" y="648736"/>
                    <a:pt x="224875" y="726003"/>
                    <a:pt x="250549" y="835166"/>
                  </a:cubicBezTo>
                  <a:lnTo>
                    <a:pt x="257509" y="863005"/>
                  </a:lnTo>
                  <a:lnTo>
                    <a:pt x="410623" y="863005"/>
                  </a:lnTo>
                  <a:lnTo>
                    <a:pt x="417583" y="835166"/>
                  </a:lnTo>
                  <a:cubicBezTo>
                    <a:pt x="443257" y="726003"/>
                    <a:pt x="542245" y="648736"/>
                    <a:pt x="606845" y="557062"/>
                  </a:cubicBezTo>
                </a:path>
              </a:pathLst>
            </a:custGeom>
            <a:solidFill>
              <a:srgbClr val="E8F9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3" name="Rounded Rectangle 11">
              <a:extLst>
                <a:ext uri="{FF2B5EF4-FFF2-40B4-BE49-F238E27FC236}">
                  <a16:creationId xmlns:a16="http://schemas.microsoft.com/office/drawing/2014/main" id="{18F17D9A-799F-9683-06E2-0AA17252AAD7}"/>
                </a:ext>
              </a:extLst>
            </p:cNvPr>
            <p:cNvSpPr/>
            <p:nvPr/>
          </p:nvSpPr>
          <p:spPr>
            <a:xfrm>
              <a:off x="3855149" y="2529210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5"/>
                  </a:moveTo>
                  <a:cubicBezTo>
                    <a:pt x="648519" y="497928"/>
                    <a:pt x="668133" y="419765"/>
                    <a:pt x="668133" y="334066"/>
                  </a:cubicBezTo>
                  <a:cubicBezTo>
                    <a:pt x="668133" y="149566"/>
                    <a:pt x="518566" y="0"/>
                    <a:pt x="334066" y="0"/>
                  </a:cubicBezTo>
                  <a:cubicBezTo>
                    <a:pt x="472441" y="0"/>
                    <a:pt x="584616" y="149566"/>
                    <a:pt x="584616" y="334066"/>
                  </a:cubicBezTo>
                  <a:cubicBezTo>
                    <a:pt x="584616" y="408417"/>
                    <a:pt x="573544" y="477094"/>
                    <a:pt x="550201" y="532598"/>
                  </a:cubicBezTo>
                  <a:cubicBezTo>
                    <a:pt x="507073" y="635145"/>
                    <a:pt x="416028" y="725609"/>
                    <a:pt x="396703" y="835166"/>
                  </a:cubicBezTo>
                  <a:lnTo>
                    <a:pt x="417583" y="835166"/>
                  </a:lnTo>
                  <a:cubicBezTo>
                    <a:pt x="443256" y="726000"/>
                    <a:pt x="542246" y="648734"/>
                    <a:pt x="606845" y="557065"/>
                  </a:cubicBezTo>
                  <a:close/>
                  <a:moveTo>
                    <a:pt x="334066" y="0"/>
                  </a:moveTo>
                  <a:cubicBezTo>
                    <a:pt x="149566" y="0"/>
                    <a:pt x="0" y="149566"/>
                    <a:pt x="0" y="334066"/>
                  </a:cubicBezTo>
                  <a:cubicBezTo>
                    <a:pt x="0" y="419766"/>
                    <a:pt x="19613" y="497928"/>
                    <a:pt x="61287" y="557065"/>
                  </a:cubicBezTo>
                  <a:cubicBezTo>
                    <a:pt x="125886" y="648734"/>
                    <a:pt x="224876" y="726000"/>
                    <a:pt x="250549" y="835166"/>
                  </a:cubicBezTo>
                  <a:lnTo>
                    <a:pt x="271429" y="835166"/>
                  </a:lnTo>
                  <a:cubicBezTo>
                    <a:pt x="252104" y="725609"/>
                    <a:pt x="161059" y="635145"/>
                    <a:pt x="117931" y="532597"/>
                  </a:cubicBezTo>
                  <a:cubicBezTo>
                    <a:pt x="94588" y="477094"/>
                    <a:pt x="83516" y="408417"/>
                    <a:pt x="83516" y="334066"/>
                  </a:cubicBezTo>
                  <a:cubicBezTo>
                    <a:pt x="83516" y="149566"/>
                    <a:pt x="195691" y="0"/>
                    <a:pt x="334066" y="0"/>
                  </a:cubicBezTo>
                  <a:close/>
                  <a:moveTo>
                    <a:pt x="417583" y="835166"/>
                  </a:moveTo>
                  <a:lnTo>
                    <a:pt x="410623" y="863005"/>
                  </a:lnTo>
                  <a:lnTo>
                    <a:pt x="257509" y="863005"/>
                  </a:lnTo>
                  <a:lnTo>
                    <a:pt x="250549" y="835166"/>
                  </a:lnTo>
                  <a:moveTo>
                    <a:pt x="360165" y="835166"/>
                  </a:moveTo>
                  <a:lnTo>
                    <a:pt x="396703" y="835166"/>
                  </a:lnTo>
                  <a:moveTo>
                    <a:pt x="307967" y="835166"/>
                  </a:moveTo>
                  <a:lnTo>
                    <a:pt x="360165" y="835166"/>
                  </a:lnTo>
                  <a:moveTo>
                    <a:pt x="307967" y="835166"/>
                  </a:moveTo>
                  <a:cubicBezTo>
                    <a:pt x="302226" y="757046"/>
                    <a:pt x="277723" y="677422"/>
                    <a:pt x="258567" y="598535"/>
                  </a:cubicBezTo>
                  <a:moveTo>
                    <a:pt x="271429" y="835166"/>
                  </a:moveTo>
                  <a:lnTo>
                    <a:pt x="307967" y="835166"/>
                  </a:lnTo>
                  <a:moveTo>
                    <a:pt x="409565" y="598535"/>
                  </a:moveTo>
                  <a:cubicBezTo>
                    <a:pt x="390409" y="677422"/>
                    <a:pt x="365906" y="757046"/>
                    <a:pt x="360165" y="835166"/>
                  </a:cubicBezTo>
                  <a:moveTo>
                    <a:pt x="407757" y="97436"/>
                  </a:moveTo>
                  <a:cubicBezTo>
                    <a:pt x="388875" y="37222"/>
                    <a:pt x="362829" y="0"/>
                    <a:pt x="334066" y="0"/>
                  </a:cubicBezTo>
                  <a:cubicBezTo>
                    <a:pt x="305303" y="0"/>
                    <a:pt x="279257" y="37222"/>
                    <a:pt x="260375" y="97436"/>
                  </a:cubicBezTo>
                </a:path>
              </a:pathLst>
            </a:custGeom>
            <a:noFill/>
            <a:ln w="10439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4" name="Rounded Rectangle 12">
              <a:extLst>
                <a:ext uri="{FF2B5EF4-FFF2-40B4-BE49-F238E27FC236}">
                  <a16:creationId xmlns:a16="http://schemas.microsoft.com/office/drawing/2014/main" id="{AD70F294-88FD-C5BC-D975-7872BB004EFD}"/>
                </a:ext>
              </a:extLst>
            </p:cNvPr>
            <p:cNvSpPr/>
            <p:nvPr/>
          </p:nvSpPr>
          <p:spPr>
            <a:xfrm>
              <a:off x="4773831" y="4769547"/>
              <a:ext cx="1169232" cy="83515"/>
            </a:xfrm>
            <a:custGeom>
              <a:avLst/>
              <a:gdLst/>
              <a:ahLst/>
              <a:cxnLst/>
              <a:rect l="0" t="0" r="0" b="0"/>
              <a:pathLst>
                <a:path w="1169232" h="83515">
                  <a:moveTo>
                    <a:pt x="1169232" y="83515"/>
                  </a:moveTo>
                  <a:lnTo>
                    <a:pt x="191711" y="83515"/>
                  </a:lnTo>
                  <a:cubicBezTo>
                    <a:pt x="191711" y="83515"/>
                    <a:pt x="202151" y="65458"/>
                    <a:pt x="174312" y="54172"/>
                  </a:cubicBezTo>
                  <a:cubicBezTo>
                    <a:pt x="174312" y="72230"/>
                    <a:pt x="163872" y="83515"/>
                    <a:pt x="153433" y="83515"/>
                  </a:cubicBezTo>
                  <a:cubicBezTo>
                    <a:pt x="142993" y="83515"/>
                    <a:pt x="118634" y="65458"/>
                    <a:pt x="125594" y="47400"/>
                  </a:cubicBezTo>
                  <a:cubicBezTo>
                    <a:pt x="104715" y="60944"/>
                    <a:pt x="94275" y="83515"/>
                    <a:pt x="94275" y="83515"/>
                  </a:cubicBezTo>
                  <a:cubicBezTo>
                    <a:pt x="94275" y="83515"/>
                    <a:pt x="115154" y="33858"/>
                    <a:pt x="59477" y="0"/>
                  </a:cubicBezTo>
                  <a:cubicBezTo>
                    <a:pt x="88762" y="51916"/>
                    <a:pt x="49037" y="83515"/>
                    <a:pt x="49037" y="83515"/>
                  </a:cubicBezTo>
                  <a:lnTo>
                    <a:pt x="0" y="83515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5" name="Rounded Rectangle 13">
              <a:extLst>
                <a:ext uri="{FF2B5EF4-FFF2-40B4-BE49-F238E27FC236}">
                  <a16:creationId xmlns:a16="http://schemas.microsoft.com/office/drawing/2014/main" id="{033FF154-97F4-7A18-6C00-82853397B9ED}"/>
                </a:ext>
              </a:extLst>
            </p:cNvPr>
            <p:cNvSpPr/>
            <p:nvPr/>
          </p:nvSpPr>
          <p:spPr>
            <a:xfrm>
              <a:off x="5295810" y="4005024"/>
              <a:ext cx="125274" cy="83516"/>
            </a:xfrm>
            <a:custGeom>
              <a:avLst/>
              <a:gdLst/>
              <a:ahLst/>
              <a:cxnLst/>
              <a:rect l="0" t="0" r="0" b="0"/>
              <a:pathLst>
                <a:path w="125274" h="83516">
                  <a:moveTo>
                    <a:pt x="125274" y="0"/>
                  </a:moveTo>
                  <a:lnTo>
                    <a:pt x="0" y="0"/>
                  </a:lnTo>
                  <a:lnTo>
                    <a:pt x="11038" y="71712"/>
                  </a:lnTo>
                  <a:cubicBezTo>
                    <a:pt x="12082" y="78505"/>
                    <a:pt x="17928" y="83516"/>
                    <a:pt x="24797" y="83516"/>
                  </a:cubicBezTo>
                  <a:lnTo>
                    <a:pt x="100477" y="83516"/>
                  </a:lnTo>
                  <a:cubicBezTo>
                    <a:pt x="107346" y="83516"/>
                    <a:pt x="113192" y="78505"/>
                    <a:pt x="114236" y="71712"/>
                  </a:cubicBezTo>
                  <a:lnTo>
                    <a:pt x="125274" y="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6" name="Rounded Rectangle 14">
              <a:extLst>
                <a:ext uri="{FF2B5EF4-FFF2-40B4-BE49-F238E27FC236}">
                  <a16:creationId xmlns:a16="http://schemas.microsoft.com/office/drawing/2014/main" id="{FF81214C-0E92-C7E4-3A6E-EA1F303C9198}"/>
                </a:ext>
              </a:extLst>
            </p:cNvPr>
            <p:cNvSpPr/>
            <p:nvPr/>
          </p:nvSpPr>
          <p:spPr>
            <a:xfrm>
              <a:off x="5281891" y="3921508"/>
              <a:ext cx="153106" cy="167033"/>
            </a:xfrm>
            <a:custGeom>
              <a:avLst/>
              <a:gdLst/>
              <a:ahLst/>
              <a:cxnLst/>
              <a:rect l="0" t="0" r="0" b="0"/>
              <a:pathLst>
                <a:path w="153106" h="167033">
                  <a:moveTo>
                    <a:pt x="139194" y="83516"/>
                  </a:moveTo>
                  <a:lnTo>
                    <a:pt x="76556" y="83516"/>
                  </a:lnTo>
                  <a:lnTo>
                    <a:pt x="13919" y="83516"/>
                  </a:lnTo>
                  <a:lnTo>
                    <a:pt x="24958" y="155231"/>
                  </a:lnTo>
                  <a:cubicBezTo>
                    <a:pt x="26003" y="162021"/>
                    <a:pt x="31846" y="167033"/>
                    <a:pt x="38716" y="167033"/>
                  </a:cubicBezTo>
                  <a:lnTo>
                    <a:pt x="114397" y="167033"/>
                  </a:lnTo>
                  <a:cubicBezTo>
                    <a:pt x="121267" y="167033"/>
                    <a:pt x="127110" y="162021"/>
                    <a:pt x="128155" y="155231"/>
                  </a:cubicBezTo>
                  <a:lnTo>
                    <a:pt x="139194" y="83516"/>
                  </a:lnTo>
                  <a:close/>
                  <a:moveTo>
                    <a:pt x="13919" y="83516"/>
                  </a:moveTo>
                  <a:lnTo>
                    <a:pt x="0" y="0"/>
                  </a:lnTo>
                  <a:moveTo>
                    <a:pt x="139194" y="83516"/>
                  </a:moveTo>
                  <a:lnTo>
                    <a:pt x="153106" y="0"/>
                  </a:lnTo>
                  <a:moveTo>
                    <a:pt x="76556" y="83516"/>
                  </a:moveTo>
                  <a:lnTo>
                    <a:pt x="76556" y="0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7" name="Rounded Rectangle 15">
              <a:extLst>
                <a:ext uri="{FF2B5EF4-FFF2-40B4-BE49-F238E27FC236}">
                  <a16:creationId xmlns:a16="http://schemas.microsoft.com/office/drawing/2014/main" id="{253F63CF-50B3-01A3-BF66-7EC1827CA42A}"/>
                </a:ext>
              </a:extLst>
            </p:cNvPr>
            <p:cNvSpPr/>
            <p:nvPr/>
          </p:nvSpPr>
          <p:spPr>
            <a:xfrm>
              <a:off x="5024381" y="3058502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2"/>
                  </a:moveTo>
                  <a:cubicBezTo>
                    <a:pt x="648520" y="497926"/>
                    <a:pt x="668133" y="419768"/>
                    <a:pt x="668133" y="334066"/>
                  </a:cubicBezTo>
                  <a:cubicBezTo>
                    <a:pt x="668133" y="149564"/>
                    <a:pt x="518568" y="0"/>
                    <a:pt x="334066" y="0"/>
                  </a:cubicBezTo>
                  <a:cubicBezTo>
                    <a:pt x="149564" y="0"/>
                    <a:pt x="0" y="149564"/>
                    <a:pt x="0" y="334066"/>
                  </a:cubicBezTo>
                  <a:cubicBezTo>
                    <a:pt x="0" y="419768"/>
                    <a:pt x="19612" y="497926"/>
                    <a:pt x="61287" y="557062"/>
                  </a:cubicBezTo>
                  <a:cubicBezTo>
                    <a:pt x="125887" y="648736"/>
                    <a:pt x="224875" y="726003"/>
                    <a:pt x="250549" y="835166"/>
                  </a:cubicBezTo>
                  <a:lnTo>
                    <a:pt x="257509" y="863005"/>
                  </a:lnTo>
                  <a:lnTo>
                    <a:pt x="410623" y="863005"/>
                  </a:lnTo>
                  <a:lnTo>
                    <a:pt x="417583" y="835166"/>
                  </a:lnTo>
                  <a:cubicBezTo>
                    <a:pt x="443257" y="726003"/>
                    <a:pt x="542245" y="648736"/>
                    <a:pt x="606845" y="557062"/>
                  </a:cubicBezTo>
                </a:path>
              </a:pathLst>
            </a:custGeom>
            <a:solidFill>
              <a:srgbClr val="E3F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8" name="Rounded Rectangle 16">
              <a:extLst>
                <a:ext uri="{FF2B5EF4-FFF2-40B4-BE49-F238E27FC236}">
                  <a16:creationId xmlns:a16="http://schemas.microsoft.com/office/drawing/2014/main" id="{14252444-F6EE-F6EA-8A18-8B1BF7A71BDC}"/>
                </a:ext>
              </a:extLst>
            </p:cNvPr>
            <p:cNvSpPr/>
            <p:nvPr/>
          </p:nvSpPr>
          <p:spPr>
            <a:xfrm>
              <a:off x="5024381" y="3058502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5"/>
                  </a:moveTo>
                  <a:cubicBezTo>
                    <a:pt x="648519" y="497928"/>
                    <a:pt x="668133" y="419765"/>
                    <a:pt x="668133" y="334066"/>
                  </a:cubicBezTo>
                  <a:cubicBezTo>
                    <a:pt x="668133" y="149566"/>
                    <a:pt x="518566" y="0"/>
                    <a:pt x="334066" y="0"/>
                  </a:cubicBezTo>
                  <a:cubicBezTo>
                    <a:pt x="472441" y="0"/>
                    <a:pt x="584616" y="149566"/>
                    <a:pt x="584616" y="334066"/>
                  </a:cubicBezTo>
                  <a:cubicBezTo>
                    <a:pt x="584616" y="408417"/>
                    <a:pt x="573544" y="477094"/>
                    <a:pt x="550201" y="532598"/>
                  </a:cubicBezTo>
                  <a:cubicBezTo>
                    <a:pt x="507073" y="635145"/>
                    <a:pt x="416028" y="725609"/>
                    <a:pt x="396703" y="835166"/>
                  </a:cubicBezTo>
                  <a:lnTo>
                    <a:pt x="417583" y="835166"/>
                  </a:lnTo>
                  <a:cubicBezTo>
                    <a:pt x="443256" y="726000"/>
                    <a:pt x="542246" y="648734"/>
                    <a:pt x="606845" y="557065"/>
                  </a:cubicBezTo>
                  <a:close/>
                  <a:moveTo>
                    <a:pt x="334066" y="0"/>
                  </a:moveTo>
                  <a:cubicBezTo>
                    <a:pt x="149566" y="0"/>
                    <a:pt x="0" y="149566"/>
                    <a:pt x="0" y="334066"/>
                  </a:cubicBezTo>
                  <a:cubicBezTo>
                    <a:pt x="0" y="419766"/>
                    <a:pt x="19613" y="497928"/>
                    <a:pt x="61287" y="557065"/>
                  </a:cubicBezTo>
                  <a:cubicBezTo>
                    <a:pt x="125886" y="648734"/>
                    <a:pt x="224876" y="726000"/>
                    <a:pt x="250549" y="835166"/>
                  </a:cubicBezTo>
                  <a:lnTo>
                    <a:pt x="271429" y="835166"/>
                  </a:lnTo>
                  <a:cubicBezTo>
                    <a:pt x="252104" y="725609"/>
                    <a:pt x="161059" y="635145"/>
                    <a:pt x="117931" y="532597"/>
                  </a:cubicBezTo>
                  <a:cubicBezTo>
                    <a:pt x="94588" y="477094"/>
                    <a:pt x="83516" y="408417"/>
                    <a:pt x="83516" y="334066"/>
                  </a:cubicBezTo>
                  <a:cubicBezTo>
                    <a:pt x="83516" y="149566"/>
                    <a:pt x="195691" y="0"/>
                    <a:pt x="334066" y="0"/>
                  </a:cubicBezTo>
                  <a:close/>
                  <a:moveTo>
                    <a:pt x="417583" y="835166"/>
                  </a:moveTo>
                  <a:lnTo>
                    <a:pt x="410623" y="863005"/>
                  </a:lnTo>
                  <a:lnTo>
                    <a:pt x="257509" y="863005"/>
                  </a:lnTo>
                  <a:lnTo>
                    <a:pt x="250549" y="835166"/>
                  </a:lnTo>
                  <a:moveTo>
                    <a:pt x="360165" y="835166"/>
                  </a:moveTo>
                  <a:lnTo>
                    <a:pt x="396703" y="835166"/>
                  </a:lnTo>
                  <a:moveTo>
                    <a:pt x="307967" y="835166"/>
                  </a:moveTo>
                  <a:lnTo>
                    <a:pt x="360165" y="835166"/>
                  </a:lnTo>
                  <a:moveTo>
                    <a:pt x="307967" y="835166"/>
                  </a:moveTo>
                  <a:cubicBezTo>
                    <a:pt x="302226" y="757046"/>
                    <a:pt x="277723" y="677422"/>
                    <a:pt x="258567" y="598535"/>
                  </a:cubicBezTo>
                  <a:moveTo>
                    <a:pt x="271429" y="835166"/>
                  </a:moveTo>
                  <a:lnTo>
                    <a:pt x="307967" y="835166"/>
                  </a:lnTo>
                  <a:moveTo>
                    <a:pt x="409565" y="598535"/>
                  </a:moveTo>
                  <a:cubicBezTo>
                    <a:pt x="390409" y="677422"/>
                    <a:pt x="365906" y="757046"/>
                    <a:pt x="360165" y="835166"/>
                  </a:cubicBezTo>
                  <a:moveTo>
                    <a:pt x="407757" y="97436"/>
                  </a:moveTo>
                  <a:cubicBezTo>
                    <a:pt x="388875" y="37222"/>
                    <a:pt x="362829" y="0"/>
                    <a:pt x="334066" y="0"/>
                  </a:cubicBezTo>
                  <a:cubicBezTo>
                    <a:pt x="305303" y="0"/>
                    <a:pt x="279257" y="37222"/>
                    <a:pt x="260375" y="97436"/>
                  </a:cubicBezTo>
                </a:path>
              </a:pathLst>
            </a:custGeom>
            <a:noFill/>
            <a:ln w="10439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89" name="Rounded Rectangle 17">
              <a:extLst>
                <a:ext uri="{FF2B5EF4-FFF2-40B4-BE49-F238E27FC236}">
                  <a16:creationId xmlns:a16="http://schemas.microsoft.com/office/drawing/2014/main" id="{D68238E4-617B-66C8-1BF3-794618DB2AE8}"/>
                </a:ext>
              </a:extLst>
            </p:cNvPr>
            <p:cNvSpPr/>
            <p:nvPr/>
          </p:nvSpPr>
          <p:spPr>
            <a:xfrm>
              <a:off x="5943064" y="4769547"/>
              <a:ext cx="1169232" cy="83514"/>
            </a:xfrm>
            <a:custGeom>
              <a:avLst/>
              <a:gdLst/>
              <a:ahLst/>
              <a:cxnLst/>
              <a:rect l="0" t="0" r="0" b="0"/>
              <a:pathLst>
                <a:path w="1169232" h="83514">
                  <a:moveTo>
                    <a:pt x="0" y="83514"/>
                  </a:moveTo>
                  <a:lnTo>
                    <a:pt x="38597" y="83514"/>
                  </a:lnTo>
                  <a:cubicBezTo>
                    <a:pt x="38597" y="83514"/>
                    <a:pt x="49037" y="63199"/>
                    <a:pt x="69916" y="54170"/>
                  </a:cubicBezTo>
                  <a:cubicBezTo>
                    <a:pt x="62956" y="74485"/>
                    <a:pt x="76876" y="83514"/>
                    <a:pt x="76876" y="83514"/>
                  </a:cubicBezTo>
                  <a:lnTo>
                    <a:pt x="139513" y="83514"/>
                  </a:lnTo>
                  <a:cubicBezTo>
                    <a:pt x="139513" y="83514"/>
                    <a:pt x="164457" y="31600"/>
                    <a:pt x="136033" y="0"/>
                  </a:cubicBezTo>
                  <a:cubicBezTo>
                    <a:pt x="181272" y="27086"/>
                    <a:pt x="177792" y="83514"/>
                    <a:pt x="177792" y="83514"/>
                  </a:cubicBezTo>
                  <a:cubicBezTo>
                    <a:pt x="177792" y="83514"/>
                    <a:pt x="181272" y="69970"/>
                    <a:pt x="205631" y="56428"/>
                  </a:cubicBezTo>
                  <a:cubicBezTo>
                    <a:pt x="198671" y="74485"/>
                    <a:pt x="209111" y="83514"/>
                    <a:pt x="209111" y="83514"/>
                  </a:cubicBezTo>
                  <a:cubicBezTo>
                    <a:pt x="209111" y="83514"/>
                    <a:pt x="236949" y="72228"/>
                    <a:pt x="240429" y="31598"/>
                  </a:cubicBezTo>
                  <a:cubicBezTo>
                    <a:pt x="264788" y="63199"/>
                    <a:pt x="247389" y="83514"/>
                    <a:pt x="247389" y="83514"/>
                  </a:cubicBezTo>
                  <a:cubicBezTo>
                    <a:pt x="247389" y="83514"/>
                    <a:pt x="261308" y="74485"/>
                    <a:pt x="275228" y="69970"/>
                  </a:cubicBezTo>
                  <a:cubicBezTo>
                    <a:pt x="271748" y="81257"/>
                    <a:pt x="275228" y="83514"/>
                    <a:pt x="275228" y="83514"/>
                  </a:cubicBezTo>
                  <a:lnTo>
                    <a:pt x="1169232" y="83514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90" name="Rounded Rectangle 18">
              <a:extLst>
                <a:ext uri="{FF2B5EF4-FFF2-40B4-BE49-F238E27FC236}">
                  <a16:creationId xmlns:a16="http://schemas.microsoft.com/office/drawing/2014/main" id="{20AB98CE-EFDC-48FB-540F-D9637D94D4ED}"/>
                </a:ext>
              </a:extLst>
            </p:cNvPr>
            <p:cNvSpPr/>
            <p:nvPr/>
          </p:nvSpPr>
          <p:spPr>
            <a:xfrm>
              <a:off x="6465043" y="4357876"/>
              <a:ext cx="125274" cy="83516"/>
            </a:xfrm>
            <a:custGeom>
              <a:avLst/>
              <a:gdLst/>
              <a:ahLst/>
              <a:cxnLst/>
              <a:rect l="0" t="0" r="0" b="0"/>
              <a:pathLst>
                <a:path w="125274" h="83516">
                  <a:moveTo>
                    <a:pt x="125274" y="0"/>
                  </a:moveTo>
                  <a:lnTo>
                    <a:pt x="0" y="0"/>
                  </a:lnTo>
                  <a:lnTo>
                    <a:pt x="11038" y="71712"/>
                  </a:lnTo>
                  <a:cubicBezTo>
                    <a:pt x="12082" y="78505"/>
                    <a:pt x="17928" y="83516"/>
                    <a:pt x="24797" y="83516"/>
                  </a:cubicBezTo>
                  <a:lnTo>
                    <a:pt x="100477" y="83516"/>
                  </a:lnTo>
                  <a:cubicBezTo>
                    <a:pt x="107346" y="83516"/>
                    <a:pt x="113192" y="78505"/>
                    <a:pt x="114236" y="71712"/>
                  </a:cubicBezTo>
                  <a:lnTo>
                    <a:pt x="125274" y="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91" name="Rounded Rectangle 19">
              <a:extLst>
                <a:ext uri="{FF2B5EF4-FFF2-40B4-BE49-F238E27FC236}">
                  <a16:creationId xmlns:a16="http://schemas.microsoft.com/office/drawing/2014/main" id="{444B555A-5663-76F2-F3E6-D7E44472F153}"/>
                </a:ext>
              </a:extLst>
            </p:cNvPr>
            <p:cNvSpPr/>
            <p:nvPr/>
          </p:nvSpPr>
          <p:spPr>
            <a:xfrm>
              <a:off x="6451124" y="4274360"/>
              <a:ext cx="153106" cy="167033"/>
            </a:xfrm>
            <a:custGeom>
              <a:avLst/>
              <a:gdLst/>
              <a:ahLst/>
              <a:cxnLst/>
              <a:rect l="0" t="0" r="0" b="0"/>
              <a:pathLst>
                <a:path w="153106" h="167033">
                  <a:moveTo>
                    <a:pt x="139194" y="83516"/>
                  </a:moveTo>
                  <a:lnTo>
                    <a:pt x="76556" y="83516"/>
                  </a:lnTo>
                  <a:lnTo>
                    <a:pt x="13919" y="83516"/>
                  </a:lnTo>
                  <a:lnTo>
                    <a:pt x="24958" y="155231"/>
                  </a:lnTo>
                  <a:cubicBezTo>
                    <a:pt x="26003" y="162021"/>
                    <a:pt x="31846" y="167033"/>
                    <a:pt x="38716" y="167033"/>
                  </a:cubicBezTo>
                  <a:lnTo>
                    <a:pt x="114397" y="167033"/>
                  </a:lnTo>
                  <a:cubicBezTo>
                    <a:pt x="121267" y="167033"/>
                    <a:pt x="127110" y="162021"/>
                    <a:pt x="128155" y="155231"/>
                  </a:cubicBezTo>
                  <a:lnTo>
                    <a:pt x="139194" y="83516"/>
                  </a:lnTo>
                  <a:close/>
                  <a:moveTo>
                    <a:pt x="13919" y="83516"/>
                  </a:moveTo>
                  <a:lnTo>
                    <a:pt x="0" y="0"/>
                  </a:lnTo>
                  <a:moveTo>
                    <a:pt x="139194" y="83516"/>
                  </a:moveTo>
                  <a:lnTo>
                    <a:pt x="153106" y="0"/>
                  </a:lnTo>
                  <a:moveTo>
                    <a:pt x="76556" y="83516"/>
                  </a:moveTo>
                  <a:lnTo>
                    <a:pt x="76556" y="0"/>
                  </a:lnTo>
                </a:path>
              </a:pathLst>
            </a:custGeom>
            <a:noFill/>
            <a:ln w="1043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92" name="Rounded Rectangle 20">
              <a:extLst>
                <a:ext uri="{FF2B5EF4-FFF2-40B4-BE49-F238E27FC236}">
                  <a16:creationId xmlns:a16="http://schemas.microsoft.com/office/drawing/2014/main" id="{FC950171-707F-EB41-B88C-FD36BBE74930}"/>
                </a:ext>
              </a:extLst>
            </p:cNvPr>
            <p:cNvSpPr/>
            <p:nvPr/>
          </p:nvSpPr>
          <p:spPr>
            <a:xfrm>
              <a:off x="6193614" y="3411355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2"/>
                  </a:moveTo>
                  <a:cubicBezTo>
                    <a:pt x="648520" y="497926"/>
                    <a:pt x="668133" y="419768"/>
                    <a:pt x="668133" y="334066"/>
                  </a:cubicBezTo>
                  <a:cubicBezTo>
                    <a:pt x="668133" y="149564"/>
                    <a:pt x="518568" y="0"/>
                    <a:pt x="334066" y="0"/>
                  </a:cubicBezTo>
                  <a:cubicBezTo>
                    <a:pt x="149564" y="0"/>
                    <a:pt x="0" y="149564"/>
                    <a:pt x="0" y="334066"/>
                  </a:cubicBezTo>
                  <a:cubicBezTo>
                    <a:pt x="0" y="419768"/>
                    <a:pt x="19612" y="497926"/>
                    <a:pt x="61287" y="557062"/>
                  </a:cubicBezTo>
                  <a:cubicBezTo>
                    <a:pt x="125887" y="648736"/>
                    <a:pt x="224875" y="726003"/>
                    <a:pt x="250549" y="835166"/>
                  </a:cubicBezTo>
                  <a:lnTo>
                    <a:pt x="257509" y="863005"/>
                  </a:lnTo>
                  <a:lnTo>
                    <a:pt x="410623" y="863005"/>
                  </a:lnTo>
                  <a:lnTo>
                    <a:pt x="417583" y="835166"/>
                  </a:lnTo>
                  <a:cubicBezTo>
                    <a:pt x="443257" y="726003"/>
                    <a:pt x="542245" y="648736"/>
                    <a:pt x="606845" y="557062"/>
                  </a:cubicBezTo>
                </a:path>
              </a:pathLst>
            </a:custGeom>
            <a:solidFill>
              <a:srgbClr val="F4FFD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93" name="Rounded Rectangle 21">
              <a:extLst>
                <a:ext uri="{FF2B5EF4-FFF2-40B4-BE49-F238E27FC236}">
                  <a16:creationId xmlns:a16="http://schemas.microsoft.com/office/drawing/2014/main" id="{C40C4067-42DE-4961-D539-FF9D8871E7E4}"/>
                </a:ext>
              </a:extLst>
            </p:cNvPr>
            <p:cNvSpPr/>
            <p:nvPr/>
          </p:nvSpPr>
          <p:spPr>
            <a:xfrm>
              <a:off x="6193614" y="3411355"/>
              <a:ext cx="668133" cy="863005"/>
            </a:xfrm>
            <a:custGeom>
              <a:avLst/>
              <a:gdLst/>
              <a:ahLst/>
              <a:cxnLst/>
              <a:rect l="0" t="0" r="0" b="0"/>
              <a:pathLst>
                <a:path w="668133" h="863005">
                  <a:moveTo>
                    <a:pt x="606845" y="557065"/>
                  </a:moveTo>
                  <a:cubicBezTo>
                    <a:pt x="648519" y="497928"/>
                    <a:pt x="668133" y="419765"/>
                    <a:pt x="668133" y="334066"/>
                  </a:cubicBezTo>
                  <a:cubicBezTo>
                    <a:pt x="668133" y="149566"/>
                    <a:pt x="518566" y="0"/>
                    <a:pt x="334066" y="0"/>
                  </a:cubicBezTo>
                  <a:cubicBezTo>
                    <a:pt x="472441" y="0"/>
                    <a:pt x="584616" y="149566"/>
                    <a:pt x="584616" y="334066"/>
                  </a:cubicBezTo>
                  <a:cubicBezTo>
                    <a:pt x="584616" y="408417"/>
                    <a:pt x="573544" y="477094"/>
                    <a:pt x="550201" y="532598"/>
                  </a:cubicBezTo>
                  <a:cubicBezTo>
                    <a:pt x="507073" y="635145"/>
                    <a:pt x="416028" y="725609"/>
                    <a:pt x="396703" y="835166"/>
                  </a:cubicBezTo>
                  <a:lnTo>
                    <a:pt x="417583" y="835166"/>
                  </a:lnTo>
                  <a:cubicBezTo>
                    <a:pt x="443256" y="726000"/>
                    <a:pt x="542246" y="648734"/>
                    <a:pt x="606845" y="557065"/>
                  </a:cubicBezTo>
                  <a:close/>
                  <a:moveTo>
                    <a:pt x="334066" y="0"/>
                  </a:moveTo>
                  <a:cubicBezTo>
                    <a:pt x="149566" y="0"/>
                    <a:pt x="0" y="149566"/>
                    <a:pt x="0" y="334066"/>
                  </a:cubicBezTo>
                  <a:cubicBezTo>
                    <a:pt x="0" y="419766"/>
                    <a:pt x="19613" y="497928"/>
                    <a:pt x="61287" y="557065"/>
                  </a:cubicBezTo>
                  <a:cubicBezTo>
                    <a:pt x="125886" y="648734"/>
                    <a:pt x="224876" y="726000"/>
                    <a:pt x="250549" y="835166"/>
                  </a:cubicBezTo>
                  <a:lnTo>
                    <a:pt x="271429" y="835166"/>
                  </a:lnTo>
                  <a:cubicBezTo>
                    <a:pt x="252104" y="725609"/>
                    <a:pt x="161059" y="635145"/>
                    <a:pt x="117931" y="532597"/>
                  </a:cubicBezTo>
                  <a:cubicBezTo>
                    <a:pt x="94588" y="477094"/>
                    <a:pt x="83516" y="408417"/>
                    <a:pt x="83516" y="334066"/>
                  </a:cubicBezTo>
                  <a:cubicBezTo>
                    <a:pt x="83516" y="149566"/>
                    <a:pt x="195691" y="0"/>
                    <a:pt x="334066" y="0"/>
                  </a:cubicBezTo>
                  <a:close/>
                  <a:moveTo>
                    <a:pt x="417583" y="835166"/>
                  </a:moveTo>
                  <a:lnTo>
                    <a:pt x="410623" y="863005"/>
                  </a:lnTo>
                  <a:lnTo>
                    <a:pt x="257509" y="863005"/>
                  </a:lnTo>
                  <a:lnTo>
                    <a:pt x="250549" y="835166"/>
                  </a:lnTo>
                  <a:moveTo>
                    <a:pt x="360165" y="835166"/>
                  </a:moveTo>
                  <a:lnTo>
                    <a:pt x="396703" y="835166"/>
                  </a:lnTo>
                  <a:moveTo>
                    <a:pt x="307967" y="835166"/>
                  </a:moveTo>
                  <a:lnTo>
                    <a:pt x="360165" y="835166"/>
                  </a:lnTo>
                  <a:moveTo>
                    <a:pt x="307967" y="835166"/>
                  </a:moveTo>
                  <a:cubicBezTo>
                    <a:pt x="302226" y="757046"/>
                    <a:pt x="277723" y="677422"/>
                    <a:pt x="258567" y="598535"/>
                  </a:cubicBezTo>
                  <a:moveTo>
                    <a:pt x="271429" y="835166"/>
                  </a:moveTo>
                  <a:lnTo>
                    <a:pt x="307967" y="835166"/>
                  </a:lnTo>
                  <a:moveTo>
                    <a:pt x="409565" y="598535"/>
                  </a:moveTo>
                  <a:cubicBezTo>
                    <a:pt x="390409" y="677422"/>
                    <a:pt x="365906" y="757046"/>
                    <a:pt x="360165" y="835166"/>
                  </a:cubicBezTo>
                  <a:moveTo>
                    <a:pt x="407757" y="97436"/>
                  </a:moveTo>
                  <a:cubicBezTo>
                    <a:pt x="388875" y="37222"/>
                    <a:pt x="362829" y="0"/>
                    <a:pt x="334066" y="0"/>
                  </a:cubicBezTo>
                  <a:cubicBezTo>
                    <a:pt x="305303" y="0"/>
                    <a:pt x="279257" y="37222"/>
                    <a:pt x="260375" y="97436"/>
                  </a:cubicBezTo>
                </a:path>
              </a:pathLst>
            </a:custGeom>
            <a:noFill/>
            <a:ln w="10439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55E6132-2C69-72A0-DA61-E083BE4E5A6F}"/>
                </a:ext>
              </a:extLst>
            </p:cNvPr>
            <p:cNvSpPr txBox="1"/>
            <p:nvPr/>
          </p:nvSpPr>
          <p:spPr>
            <a:xfrm>
              <a:off x="6396244" y="3218431"/>
              <a:ext cx="26289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 dirty="0">
                  <a:solidFill>
                    <a:srgbClr val="484848"/>
                  </a:solidFill>
                  <a:latin typeface="Bahnschrift" panose="020B0502040204020203" pitchFamily="34" charset="0"/>
                </a:rPr>
                <a:t>17.5%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64FB24-B0BE-70DB-A986-4315C254535E}"/>
                </a:ext>
              </a:extLst>
            </p:cNvPr>
            <p:cNvSpPr txBox="1"/>
            <p:nvPr/>
          </p:nvSpPr>
          <p:spPr>
            <a:xfrm>
              <a:off x="2115219" y="3595651"/>
              <a:ext cx="24526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Bahnschrift" panose="020B0502040204020203" pitchFamily="34" charset="0"/>
                </a:rPr>
                <a:t>25%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22FFAC3-8CEE-5D3A-ABEF-967D8D37CD24}"/>
                </a:ext>
              </a:extLst>
            </p:cNvPr>
            <p:cNvSpPr txBox="1"/>
            <p:nvPr/>
          </p:nvSpPr>
          <p:spPr>
            <a:xfrm>
              <a:off x="2115219" y="3011034"/>
              <a:ext cx="25968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Bahnschrift" panose="020B0502040204020203" pitchFamily="34" charset="0"/>
                </a:rPr>
                <a:t>50%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AAFDAA3-8F99-8495-E1AE-BEF17D80C2D4}"/>
                </a:ext>
              </a:extLst>
            </p:cNvPr>
            <p:cNvSpPr txBox="1"/>
            <p:nvPr/>
          </p:nvSpPr>
          <p:spPr>
            <a:xfrm>
              <a:off x="5214989" y="2865579"/>
              <a:ext cx="28693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>
                  <a:solidFill>
                    <a:srgbClr val="484848"/>
                  </a:solidFill>
                  <a:latin typeface="Bahnschrift" panose="020B0502040204020203" pitchFamily="34" charset="0"/>
                </a:rPr>
                <a:t>32.5%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DCCF355E-83F1-8013-5EDE-C6F5C7DF59B3}"/>
                </a:ext>
              </a:extLst>
            </p:cNvPr>
            <p:cNvSpPr txBox="1"/>
            <p:nvPr/>
          </p:nvSpPr>
          <p:spPr>
            <a:xfrm>
              <a:off x="2198735" y="4180267"/>
              <a:ext cx="18114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Bahnschrift" panose="020B0502040204020203" pitchFamily="34" charset="0"/>
                </a:rPr>
                <a:t>0%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D50E3ED-5976-3DD3-9F01-16DCB56D4A65}"/>
                </a:ext>
              </a:extLst>
            </p:cNvPr>
            <p:cNvSpPr txBox="1"/>
            <p:nvPr/>
          </p:nvSpPr>
          <p:spPr>
            <a:xfrm>
              <a:off x="2918216" y="2924383"/>
              <a:ext cx="20358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>
                  <a:solidFill>
                    <a:srgbClr val="484848"/>
                  </a:solidFill>
                  <a:latin typeface="Bahnschrift" panose="020B0502040204020203" pitchFamily="34" charset="0"/>
                </a:rPr>
                <a:t>30%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EEAF6B1-2389-F544-C1D7-A0CD95223141}"/>
                </a:ext>
              </a:extLst>
            </p:cNvPr>
            <p:cNvSpPr txBox="1"/>
            <p:nvPr/>
          </p:nvSpPr>
          <p:spPr>
            <a:xfrm>
              <a:off x="2115219" y="2426418"/>
              <a:ext cx="24365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Bahnschrift" panose="020B0502040204020203" pitchFamily="34" charset="0"/>
                </a:rPr>
                <a:t>75%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A3BA5DF6-E942-059C-3632-C1F12DA4E2A6}"/>
                </a:ext>
              </a:extLst>
            </p:cNvPr>
            <p:cNvSpPr txBox="1"/>
            <p:nvPr/>
          </p:nvSpPr>
          <p:spPr>
            <a:xfrm>
              <a:off x="4087449" y="2336287"/>
              <a:ext cx="20358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>
                  <a:solidFill>
                    <a:srgbClr val="484848"/>
                  </a:solidFill>
                  <a:latin typeface="Bahnschrift" panose="020B0502040204020203" pitchFamily="34" charset="0"/>
                </a:rPr>
                <a:t>55%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161C1AD-D5D2-B6D8-4237-BCAC0D56636F}"/>
                </a:ext>
              </a:extLst>
            </p:cNvPr>
            <p:cNvSpPr txBox="1"/>
            <p:nvPr/>
          </p:nvSpPr>
          <p:spPr>
            <a:xfrm>
              <a:off x="2031702" y="1841802"/>
              <a:ext cx="29976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Bahnschrift" panose="020B0502040204020203" pitchFamily="34" charset="0"/>
                </a:rPr>
                <a:t>100%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E15231CD-2C1B-1BCA-AA9F-69BE57721336}"/>
                </a:ext>
              </a:extLst>
            </p:cNvPr>
            <p:cNvSpPr txBox="1"/>
            <p:nvPr/>
          </p:nvSpPr>
          <p:spPr>
            <a:xfrm>
              <a:off x="2580749" y="5029422"/>
              <a:ext cx="87844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4E88E7"/>
                  </a:solidFill>
                  <a:latin typeface="Bahnschrift" panose="020B0502040204020203" pitchFamily="34" charset="0"/>
                </a:rPr>
                <a:t>Tourist Safety
Perception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209BE2B-2965-8922-ABC4-7009936488DD}"/>
                </a:ext>
              </a:extLst>
            </p:cNvPr>
            <p:cNvSpPr txBox="1"/>
            <p:nvPr/>
          </p:nvSpPr>
          <p:spPr>
            <a:xfrm>
              <a:off x="3834182" y="5029422"/>
              <a:ext cx="710131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1EABDA"/>
                  </a:solidFill>
                  <a:latin typeface="Bahnschrift" panose="020B0502040204020203" pitchFamily="34" charset="0"/>
                </a:rPr>
                <a:t>Emergency
Response
Times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E83A790-D45A-DB43-5BE0-0F7860856045}"/>
                </a:ext>
              </a:extLst>
            </p:cNvPr>
            <p:cNvSpPr txBox="1"/>
            <p:nvPr/>
          </p:nvSpPr>
          <p:spPr>
            <a:xfrm>
              <a:off x="4865514" y="5029422"/>
              <a:ext cx="98584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3CC583"/>
                  </a:solidFill>
                  <a:latin typeface="Bahnschrift" panose="020B0502040204020203" pitchFamily="34" charset="0"/>
                </a:rPr>
                <a:t>Tourist-Related
Crimes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AA8B9E1A-56AB-E97F-EF9C-2B950BA55D4B}"/>
                </a:ext>
              </a:extLst>
            </p:cNvPr>
            <p:cNvSpPr txBox="1"/>
            <p:nvPr/>
          </p:nvSpPr>
          <p:spPr>
            <a:xfrm>
              <a:off x="6255145" y="5029422"/>
              <a:ext cx="5450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92BD39"/>
                  </a:solidFill>
                  <a:latin typeface="Bahnschrift" panose="020B0502040204020203" pitchFamily="34" charset="0"/>
                </a:rPr>
                <a:t>Tourism
Revenue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6E5CF771-B93F-9AF3-142D-541762EEF7DC}"/>
                </a:ext>
              </a:extLst>
            </p:cNvPr>
            <p:cNvSpPr txBox="1"/>
            <p:nvPr/>
          </p:nvSpPr>
          <p:spPr>
            <a:xfrm>
              <a:off x="3709105" y="5634431"/>
              <a:ext cx="960199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>
                  <a:solidFill>
                    <a:srgbClr val="484848"/>
                  </a:solidFill>
                  <a:latin typeface="Bahnschrift" panose="020B0502040204020203" pitchFamily="34" charset="0"/>
                </a:rPr>
                <a:t>Reduced response
times for tourist
incidents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A799AE99-FFE4-6846-76B6-F176C05A1FAB}"/>
                </a:ext>
              </a:extLst>
            </p:cNvPr>
            <p:cNvSpPr txBox="1"/>
            <p:nvPr/>
          </p:nvSpPr>
          <p:spPr>
            <a:xfrm>
              <a:off x="4874334" y="5446588"/>
              <a:ext cx="968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>
                  <a:solidFill>
                    <a:srgbClr val="484848"/>
                  </a:solidFill>
                  <a:latin typeface="Bahnschrift" panose="020B0502040204020203" pitchFamily="34" charset="0"/>
                </a:rPr>
                <a:t>Decreased crimes
like fraud and theft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69A10D6C-A97A-3397-50D4-2F084BC7A92B}"/>
                </a:ext>
              </a:extLst>
            </p:cNvPr>
            <p:cNvSpPr txBox="1"/>
            <p:nvPr/>
          </p:nvSpPr>
          <p:spPr>
            <a:xfrm>
              <a:off x="6045212" y="5467398"/>
              <a:ext cx="965009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 dirty="0">
                  <a:solidFill>
                    <a:srgbClr val="484848"/>
                  </a:solidFill>
                  <a:latin typeface="Bahnschrift" panose="020B0502040204020203" pitchFamily="34" charset="0"/>
                </a:rPr>
                <a:t>Increased revenue
due to global
reputation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8A77D539-108D-3927-EEEC-889F3BBEAE03}"/>
                </a:ext>
              </a:extLst>
            </p:cNvPr>
            <p:cNvSpPr txBox="1"/>
            <p:nvPr/>
          </p:nvSpPr>
          <p:spPr>
            <a:xfrm>
              <a:off x="2553518" y="5467398"/>
              <a:ext cx="932948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>
                  <a:solidFill>
                    <a:srgbClr val="484848"/>
                  </a:solidFill>
                  <a:latin typeface="Bahnschrift" panose="020B0502040204020203" pitchFamily="34" charset="0"/>
                </a:rPr>
                <a:t>Enhanced safety
perception among
tourists</a:t>
              </a:r>
            </a:p>
          </p:txBody>
        </p:sp>
        <p:sp>
          <p:nvSpPr>
            <p:cNvPr id="211" name="Rounded Rectangle 40">
              <a:extLst>
                <a:ext uri="{FF2B5EF4-FFF2-40B4-BE49-F238E27FC236}">
                  <a16:creationId xmlns:a16="http://schemas.microsoft.com/office/drawing/2014/main" id="{CC9F17EF-CF7D-34D0-40D9-0ED40C538C1F}"/>
                </a:ext>
              </a:extLst>
            </p:cNvPr>
            <p:cNvSpPr/>
            <p:nvPr/>
          </p:nvSpPr>
          <p:spPr>
            <a:xfrm>
              <a:off x="6367439" y="3598343"/>
              <a:ext cx="320315" cy="328030"/>
            </a:xfrm>
            <a:custGeom>
              <a:avLst/>
              <a:gdLst/>
              <a:ahLst/>
              <a:cxnLst/>
              <a:rect l="0" t="0" r="0" b="0"/>
              <a:pathLst>
                <a:path w="320315" h="328030">
                  <a:moveTo>
                    <a:pt x="139362" y="167957"/>
                  </a:moveTo>
                  <a:lnTo>
                    <a:pt x="83684" y="112279"/>
                  </a:lnTo>
                  <a:lnTo>
                    <a:pt x="111523" y="112279"/>
                  </a:lnTo>
                  <a:cubicBezTo>
                    <a:pt x="126898" y="112279"/>
                    <a:pt x="139362" y="99815"/>
                    <a:pt x="139362" y="84440"/>
                  </a:cubicBezTo>
                  <a:cubicBezTo>
                    <a:pt x="139362" y="69065"/>
                    <a:pt x="126898" y="56601"/>
                    <a:pt x="111523" y="56601"/>
                  </a:cubicBezTo>
                  <a:lnTo>
                    <a:pt x="83684" y="56601"/>
                  </a:lnTo>
                  <a:lnTo>
                    <a:pt x="83684" y="167957"/>
                  </a:lnTo>
                  <a:moveTo>
                    <a:pt x="320315" y="244472"/>
                  </a:moveTo>
                  <a:lnTo>
                    <a:pt x="320315" y="181834"/>
                  </a:lnTo>
                  <a:lnTo>
                    <a:pt x="257677" y="181834"/>
                  </a:lnTo>
                  <a:moveTo>
                    <a:pt x="320315" y="181876"/>
                  </a:moveTo>
                  <a:lnTo>
                    <a:pt x="250022" y="252183"/>
                  </a:lnTo>
                  <a:cubicBezTo>
                    <a:pt x="241874" y="260324"/>
                    <a:pt x="229917" y="263339"/>
                    <a:pt x="218884" y="260034"/>
                  </a:cubicBezTo>
                  <a:lnTo>
                    <a:pt x="139362" y="238751"/>
                  </a:lnTo>
                  <a:cubicBezTo>
                    <a:pt x="128558" y="235868"/>
                    <a:pt x="117037" y="238960"/>
                    <a:pt x="109129" y="246866"/>
                  </a:cubicBezTo>
                  <a:lnTo>
                    <a:pt x="28007" y="328030"/>
                  </a:lnTo>
                  <a:moveTo>
                    <a:pt x="163986" y="198120"/>
                  </a:moveTo>
                  <a:cubicBezTo>
                    <a:pt x="204792" y="169868"/>
                    <a:pt x="220067" y="116791"/>
                    <a:pt x="200519" y="71171"/>
                  </a:cubicBezTo>
                  <a:cubicBezTo>
                    <a:pt x="180970" y="25550"/>
                    <a:pt x="132005" y="0"/>
                    <a:pt x="83403" y="10059"/>
                  </a:cubicBezTo>
                  <a:cubicBezTo>
                    <a:pt x="34800" y="20118"/>
                    <a:pt x="0" y="63005"/>
                    <a:pt x="166" y="112638"/>
                  </a:cubicBezTo>
                  <a:cubicBezTo>
                    <a:pt x="332" y="162270"/>
                    <a:pt x="35419" y="204923"/>
                    <a:pt x="84088" y="214656"/>
                  </a:cubicBezTo>
                </a:path>
              </a:pathLst>
            </a:custGeom>
            <a:noFill/>
            <a:ln w="10439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212" name="Rounded Rectangle 41">
              <a:extLst>
                <a:ext uri="{FF2B5EF4-FFF2-40B4-BE49-F238E27FC236}">
                  <a16:creationId xmlns:a16="http://schemas.microsoft.com/office/drawing/2014/main" id="{B57C28D5-0831-A2E3-75AB-E8B1D24A9E17}"/>
                </a:ext>
              </a:extLst>
            </p:cNvPr>
            <p:cNvSpPr/>
            <p:nvPr/>
          </p:nvSpPr>
          <p:spPr>
            <a:xfrm>
              <a:off x="5198374" y="3253375"/>
              <a:ext cx="320155" cy="320147"/>
            </a:xfrm>
            <a:custGeom>
              <a:avLst/>
              <a:gdLst/>
              <a:ahLst/>
              <a:cxnLst/>
              <a:rect l="0" t="0" r="0" b="0"/>
              <a:pathLst>
                <a:path w="320155" h="320147">
                  <a:moveTo>
                    <a:pt x="215751" y="187912"/>
                  </a:moveTo>
                  <a:lnTo>
                    <a:pt x="320147" y="187912"/>
                  </a:lnTo>
                  <a:cubicBezTo>
                    <a:pt x="320155" y="158599"/>
                    <a:pt x="301795" y="132423"/>
                    <a:pt x="274231" y="122449"/>
                  </a:cubicBezTo>
                  <a:cubicBezTo>
                    <a:pt x="246668" y="112475"/>
                    <a:pt x="215809" y="120840"/>
                    <a:pt x="197057" y="143370"/>
                  </a:cubicBezTo>
                  <a:moveTo>
                    <a:pt x="208791" y="41758"/>
                  </a:moveTo>
                  <a:lnTo>
                    <a:pt x="208791" y="48718"/>
                  </a:lnTo>
                  <a:cubicBezTo>
                    <a:pt x="208791" y="71780"/>
                    <a:pt x="227487" y="90476"/>
                    <a:pt x="250549" y="90476"/>
                  </a:cubicBezTo>
                  <a:cubicBezTo>
                    <a:pt x="273612" y="90476"/>
                    <a:pt x="292308" y="71780"/>
                    <a:pt x="292308" y="48718"/>
                  </a:cubicBezTo>
                  <a:lnTo>
                    <a:pt x="292308" y="41758"/>
                  </a:lnTo>
                  <a:moveTo>
                    <a:pt x="187912" y="41758"/>
                  </a:moveTo>
                  <a:lnTo>
                    <a:pt x="313187" y="41758"/>
                  </a:lnTo>
                  <a:moveTo>
                    <a:pt x="208791" y="41758"/>
                  </a:moveTo>
                  <a:lnTo>
                    <a:pt x="213816" y="11636"/>
                  </a:lnTo>
                  <a:cubicBezTo>
                    <a:pt x="214932" y="4924"/>
                    <a:pt x="220736" y="3"/>
                    <a:pt x="227541" y="0"/>
                  </a:cubicBezTo>
                  <a:lnTo>
                    <a:pt x="273558" y="0"/>
                  </a:lnTo>
                  <a:cubicBezTo>
                    <a:pt x="280362" y="3"/>
                    <a:pt x="286167" y="4924"/>
                    <a:pt x="287283" y="11636"/>
                  </a:cubicBezTo>
                  <a:lnTo>
                    <a:pt x="292308" y="41758"/>
                  </a:lnTo>
                  <a:moveTo>
                    <a:pt x="27838" y="180952"/>
                  </a:moveTo>
                  <a:lnTo>
                    <a:pt x="167033" y="180952"/>
                  </a:lnTo>
                  <a:cubicBezTo>
                    <a:pt x="167033" y="180952"/>
                    <a:pt x="194872" y="180952"/>
                    <a:pt x="194872" y="208791"/>
                  </a:cubicBezTo>
                  <a:lnTo>
                    <a:pt x="194872" y="292308"/>
                  </a:lnTo>
                  <a:cubicBezTo>
                    <a:pt x="194872" y="292308"/>
                    <a:pt x="194872" y="320147"/>
                    <a:pt x="167033" y="320147"/>
                  </a:cubicBezTo>
                  <a:lnTo>
                    <a:pt x="27838" y="320147"/>
                  </a:lnTo>
                  <a:cubicBezTo>
                    <a:pt x="27838" y="320147"/>
                    <a:pt x="0" y="320147"/>
                    <a:pt x="0" y="292308"/>
                  </a:cubicBezTo>
                  <a:lnTo>
                    <a:pt x="0" y="208791"/>
                  </a:lnTo>
                  <a:cubicBezTo>
                    <a:pt x="0" y="208791"/>
                    <a:pt x="0" y="180952"/>
                    <a:pt x="27838" y="180952"/>
                  </a:cubicBezTo>
                  <a:moveTo>
                    <a:pt x="62637" y="180952"/>
                  </a:moveTo>
                  <a:lnTo>
                    <a:pt x="62637" y="153113"/>
                  </a:lnTo>
                  <a:cubicBezTo>
                    <a:pt x="62637" y="145426"/>
                    <a:pt x="68869" y="139194"/>
                    <a:pt x="76556" y="139194"/>
                  </a:cubicBezTo>
                  <a:lnTo>
                    <a:pt x="118315" y="139194"/>
                  </a:lnTo>
                  <a:cubicBezTo>
                    <a:pt x="126002" y="139194"/>
                    <a:pt x="132234" y="145426"/>
                    <a:pt x="132234" y="153113"/>
                  </a:cubicBezTo>
                  <a:lnTo>
                    <a:pt x="132234" y="180952"/>
                  </a:lnTo>
                  <a:moveTo>
                    <a:pt x="139403" y="225815"/>
                  </a:moveTo>
                  <a:cubicBezTo>
                    <a:pt x="131599" y="212571"/>
                    <a:pt x="114537" y="208159"/>
                    <a:pt x="101291" y="215960"/>
                  </a:cubicBezTo>
                  <a:lnTo>
                    <a:pt x="65310" y="237159"/>
                  </a:lnTo>
                  <a:cubicBezTo>
                    <a:pt x="52060" y="244966"/>
                    <a:pt x="47648" y="262035"/>
                    <a:pt x="55455" y="275284"/>
                  </a:cubicBezTo>
                  <a:cubicBezTo>
                    <a:pt x="63261" y="288534"/>
                    <a:pt x="80330" y="292946"/>
                    <a:pt x="93580" y="285139"/>
                  </a:cubicBezTo>
                  <a:lnTo>
                    <a:pt x="129562" y="263940"/>
                  </a:lnTo>
                  <a:cubicBezTo>
                    <a:pt x="142809" y="256131"/>
                    <a:pt x="147215" y="239060"/>
                    <a:pt x="139403" y="225815"/>
                  </a:cubicBezTo>
                  <a:close/>
                  <a:moveTo>
                    <a:pt x="83307" y="226566"/>
                  </a:moveTo>
                  <a:lnTo>
                    <a:pt x="111564" y="274533"/>
                  </a:lnTo>
                </a:path>
              </a:pathLst>
            </a:custGeom>
            <a:noFill/>
            <a:ln w="10439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213" name="Rounded Rectangle 42">
              <a:extLst>
                <a:ext uri="{FF2B5EF4-FFF2-40B4-BE49-F238E27FC236}">
                  <a16:creationId xmlns:a16="http://schemas.microsoft.com/office/drawing/2014/main" id="{94EAD4E8-95E2-507A-06A3-D7685BBE48D4}"/>
                </a:ext>
              </a:extLst>
            </p:cNvPr>
            <p:cNvSpPr/>
            <p:nvPr/>
          </p:nvSpPr>
          <p:spPr>
            <a:xfrm>
              <a:off x="2859909" y="3312179"/>
              <a:ext cx="320147" cy="320147"/>
            </a:xfrm>
            <a:custGeom>
              <a:avLst/>
              <a:gdLst/>
              <a:ahLst/>
              <a:cxnLst/>
              <a:rect l="0" t="0" r="0" b="0"/>
              <a:pathLst>
                <a:path w="320147" h="320147">
                  <a:moveTo>
                    <a:pt x="201831" y="104395"/>
                  </a:moveTo>
                  <a:cubicBezTo>
                    <a:pt x="201831" y="89020"/>
                    <a:pt x="214295" y="76556"/>
                    <a:pt x="229670" y="76556"/>
                  </a:cubicBezTo>
                  <a:cubicBezTo>
                    <a:pt x="245045" y="76556"/>
                    <a:pt x="257509" y="89020"/>
                    <a:pt x="257509" y="104395"/>
                  </a:cubicBezTo>
                  <a:cubicBezTo>
                    <a:pt x="257509" y="119770"/>
                    <a:pt x="245045" y="132234"/>
                    <a:pt x="229670" y="132234"/>
                  </a:cubicBezTo>
                  <a:cubicBezTo>
                    <a:pt x="214295" y="132234"/>
                    <a:pt x="201831" y="119770"/>
                    <a:pt x="201831" y="104395"/>
                  </a:cubicBezTo>
                  <a:moveTo>
                    <a:pt x="83516" y="90476"/>
                  </a:moveTo>
                  <a:lnTo>
                    <a:pt x="83516" y="104395"/>
                  </a:lnTo>
                  <a:cubicBezTo>
                    <a:pt x="83516" y="119770"/>
                    <a:pt x="71052" y="132234"/>
                    <a:pt x="55677" y="132234"/>
                  </a:cubicBezTo>
                  <a:cubicBezTo>
                    <a:pt x="40302" y="132234"/>
                    <a:pt x="27838" y="119770"/>
                    <a:pt x="27838" y="104395"/>
                  </a:cubicBezTo>
                  <a:lnTo>
                    <a:pt x="27838" y="90476"/>
                  </a:lnTo>
                  <a:moveTo>
                    <a:pt x="139194" y="320147"/>
                  </a:moveTo>
                  <a:lnTo>
                    <a:pt x="139194" y="48718"/>
                  </a:lnTo>
                  <a:lnTo>
                    <a:pt x="320147" y="48718"/>
                  </a:lnTo>
                  <a:lnTo>
                    <a:pt x="320147" y="320147"/>
                  </a:lnTo>
                  <a:moveTo>
                    <a:pt x="153113" y="0"/>
                  </a:moveTo>
                  <a:lnTo>
                    <a:pt x="306227" y="0"/>
                  </a:lnTo>
                  <a:cubicBezTo>
                    <a:pt x="313915" y="0"/>
                    <a:pt x="320147" y="6231"/>
                    <a:pt x="320147" y="13919"/>
                  </a:cubicBezTo>
                  <a:lnTo>
                    <a:pt x="320147" y="48718"/>
                  </a:lnTo>
                  <a:lnTo>
                    <a:pt x="320147" y="48718"/>
                  </a:lnTo>
                  <a:lnTo>
                    <a:pt x="139194" y="48718"/>
                  </a:lnTo>
                  <a:lnTo>
                    <a:pt x="139194" y="48718"/>
                  </a:lnTo>
                  <a:lnTo>
                    <a:pt x="139194" y="13919"/>
                  </a:lnTo>
                  <a:cubicBezTo>
                    <a:pt x="139194" y="6231"/>
                    <a:pt x="145426" y="0"/>
                    <a:pt x="153113" y="0"/>
                  </a:cubicBezTo>
                  <a:close/>
                  <a:moveTo>
                    <a:pt x="212271" y="20879"/>
                  </a:moveTo>
                  <a:cubicBezTo>
                    <a:pt x="210349" y="20879"/>
                    <a:pt x="208791" y="22437"/>
                    <a:pt x="208791" y="24359"/>
                  </a:cubicBezTo>
                  <a:cubicBezTo>
                    <a:pt x="208791" y="26280"/>
                    <a:pt x="210349" y="27838"/>
                    <a:pt x="212271" y="27838"/>
                  </a:cubicBezTo>
                  <a:cubicBezTo>
                    <a:pt x="214193" y="27838"/>
                    <a:pt x="215751" y="26280"/>
                    <a:pt x="215751" y="24359"/>
                  </a:cubicBezTo>
                  <a:cubicBezTo>
                    <a:pt x="215751" y="22437"/>
                    <a:pt x="214193" y="20879"/>
                    <a:pt x="212271" y="20879"/>
                  </a:cubicBezTo>
                  <a:moveTo>
                    <a:pt x="254029" y="20879"/>
                  </a:moveTo>
                  <a:cubicBezTo>
                    <a:pt x="252107" y="20879"/>
                    <a:pt x="250549" y="22437"/>
                    <a:pt x="250549" y="24359"/>
                  </a:cubicBezTo>
                  <a:cubicBezTo>
                    <a:pt x="250549" y="26280"/>
                    <a:pt x="252107" y="27838"/>
                    <a:pt x="254029" y="27838"/>
                  </a:cubicBezTo>
                  <a:cubicBezTo>
                    <a:pt x="255951" y="27838"/>
                    <a:pt x="257509" y="26280"/>
                    <a:pt x="257509" y="24359"/>
                  </a:cubicBezTo>
                  <a:cubicBezTo>
                    <a:pt x="257509" y="22437"/>
                    <a:pt x="255951" y="20879"/>
                    <a:pt x="254029" y="20879"/>
                  </a:cubicBezTo>
                  <a:moveTo>
                    <a:pt x="83516" y="250549"/>
                  </a:moveTo>
                  <a:lnTo>
                    <a:pt x="27142" y="168007"/>
                  </a:lnTo>
                  <a:moveTo>
                    <a:pt x="23802" y="82263"/>
                  </a:moveTo>
                  <a:cubicBezTo>
                    <a:pt x="22122" y="79026"/>
                    <a:pt x="23287" y="75039"/>
                    <a:pt x="26446" y="73216"/>
                  </a:cubicBezTo>
                  <a:lnTo>
                    <a:pt x="52058" y="57765"/>
                  </a:lnTo>
                  <a:cubicBezTo>
                    <a:pt x="54305" y="56500"/>
                    <a:pt x="57049" y="56500"/>
                    <a:pt x="59296" y="57765"/>
                  </a:cubicBezTo>
                  <a:lnTo>
                    <a:pt x="84908" y="73216"/>
                  </a:lnTo>
                  <a:cubicBezTo>
                    <a:pt x="88067" y="75039"/>
                    <a:pt x="89232" y="79026"/>
                    <a:pt x="87553" y="82263"/>
                  </a:cubicBezTo>
                  <a:lnTo>
                    <a:pt x="83516" y="90476"/>
                  </a:lnTo>
                  <a:lnTo>
                    <a:pt x="27838" y="90476"/>
                  </a:lnTo>
                  <a:close/>
                  <a:moveTo>
                    <a:pt x="250549" y="320147"/>
                  </a:moveTo>
                  <a:lnTo>
                    <a:pt x="208791" y="320147"/>
                  </a:lnTo>
                  <a:lnTo>
                    <a:pt x="201831" y="250549"/>
                  </a:lnTo>
                  <a:lnTo>
                    <a:pt x="180952" y="250549"/>
                  </a:lnTo>
                  <a:cubicBezTo>
                    <a:pt x="177108" y="250549"/>
                    <a:pt x="173992" y="247433"/>
                    <a:pt x="173992" y="243590"/>
                  </a:cubicBezTo>
                  <a:lnTo>
                    <a:pt x="173992" y="215751"/>
                  </a:lnTo>
                  <a:cubicBezTo>
                    <a:pt x="173992" y="185001"/>
                    <a:pt x="198920" y="160073"/>
                    <a:pt x="229670" y="160073"/>
                  </a:cubicBezTo>
                  <a:cubicBezTo>
                    <a:pt x="260420" y="160073"/>
                    <a:pt x="285348" y="185001"/>
                    <a:pt x="285348" y="215751"/>
                  </a:cubicBezTo>
                  <a:lnTo>
                    <a:pt x="285348" y="243590"/>
                  </a:lnTo>
                  <a:cubicBezTo>
                    <a:pt x="285348" y="247433"/>
                    <a:pt x="282232" y="250549"/>
                    <a:pt x="278388" y="250549"/>
                  </a:cubicBezTo>
                  <a:lnTo>
                    <a:pt x="257509" y="250549"/>
                  </a:lnTo>
                  <a:close/>
                  <a:moveTo>
                    <a:pt x="76556" y="320147"/>
                  </a:moveTo>
                  <a:lnTo>
                    <a:pt x="83516" y="250549"/>
                  </a:lnTo>
                  <a:lnTo>
                    <a:pt x="104395" y="250549"/>
                  </a:lnTo>
                  <a:cubicBezTo>
                    <a:pt x="108239" y="250549"/>
                    <a:pt x="111355" y="247433"/>
                    <a:pt x="111355" y="243590"/>
                  </a:cubicBezTo>
                  <a:lnTo>
                    <a:pt x="111355" y="215751"/>
                  </a:lnTo>
                  <a:cubicBezTo>
                    <a:pt x="111355" y="185001"/>
                    <a:pt x="86427" y="160073"/>
                    <a:pt x="55677" y="160073"/>
                  </a:cubicBezTo>
                  <a:cubicBezTo>
                    <a:pt x="24927" y="160073"/>
                    <a:pt x="0" y="185001"/>
                    <a:pt x="0" y="215751"/>
                  </a:cubicBezTo>
                  <a:lnTo>
                    <a:pt x="0" y="243590"/>
                  </a:lnTo>
                  <a:cubicBezTo>
                    <a:pt x="0" y="247433"/>
                    <a:pt x="3115" y="250549"/>
                    <a:pt x="6959" y="250549"/>
                  </a:cubicBezTo>
                  <a:lnTo>
                    <a:pt x="27838" y="250549"/>
                  </a:lnTo>
                  <a:lnTo>
                    <a:pt x="34798" y="320147"/>
                  </a:lnTo>
                  <a:close/>
                </a:path>
              </a:pathLst>
            </a:custGeom>
            <a:noFill/>
            <a:ln w="10439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  <p:sp>
          <p:nvSpPr>
            <p:cNvPr id="214" name="Rounded Rectangle 43">
              <a:extLst>
                <a:ext uri="{FF2B5EF4-FFF2-40B4-BE49-F238E27FC236}">
                  <a16:creationId xmlns:a16="http://schemas.microsoft.com/office/drawing/2014/main" id="{60E901E7-6735-C2B4-F222-3D51487C48CB}"/>
                </a:ext>
              </a:extLst>
            </p:cNvPr>
            <p:cNvSpPr/>
            <p:nvPr/>
          </p:nvSpPr>
          <p:spPr>
            <a:xfrm>
              <a:off x="4022182" y="2717123"/>
              <a:ext cx="323626" cy="323626"/>
            </a:xfrm>
            <a:custGeom>
              <a:avLst/>
              <a:gdLst/>
              <a:ahLst/>
              <a:cxnLst/>
              <a:rect l="0" t="0" r="0" b="0"/>
              <a:pathLst>
                <a:path w="323626" h="323626">
                  <a:moveTo>
                    <a:pt x="241502" y="323626"/>
                  </a:moveTo>
                  <a:cubicBezTo>
                    <a:pt x="253033" y="323626"/>
                    <a:pt x="262381" y="314278"/>
                    <a:pt x="262381" y="302747"/>
                  </a:cubicBezTo>
                  <a:cubicBezTo>
                    <a:pt x="262381" y="291216"/>
                    <a:pt x="253033" y="281868"/>
                    <a:pt x="241502" y="281868"/>
                  </a:cubicBezTo>
                  <a:cubicBezTo>
                    <a:pt x="229969" y="281868"/>
                    <a:pt x="220623" y="291216"/>
                    <a:pt x="220623" y="302747"/>
                  </a:cubicBezTo>
                  <a:cubicBezTo>
                    <a:pt x="220623" y="314278"/>
                    <a:pt x="229969" y="323626"/>
                    <a:pt x="241502" y="323626"/>
                  </a:cubicBezTo>
                  <a:close/>
                  <a:moveTo>
                    <a:pt x="77252" y="323626"/>
                  </a:moveTo>
                  <a:cubicBezTo>
                    <a:pt x="88783" y="323626"/>
                    <a:pt x="98131" y="314278"/>
                    <a:pt x="98131" y="302747"/>
                  </a:cubicBezTo>
                  <a:cubicBezTo>
                    <a:pt x="98131" y="291216"/>
                    <a:pt x="88783" y="281868"/>
                    <a:pt x="77252" y="281868"/>
                  </a:cubicBezTo>
                  <a:cubicBezTo>
                    <a:pt x="65721" y="281868"/>
                    <a:pt x="56373" y="291216"/>
                    <a:pt x="56373" y="302747"/>
                  </a:cubicBezTo>
                  <a:cubicBezTo>
                    <a:pt x="56373" y="314278"/>
                    <a:pt x="65721" y="323626"/>
                    <a:pt x="77252" y="323626"/>
                  </a:cubicBezTo>
                  <a:close/>
                  <a:moveTo>
                    <a:pt x="220623" y="302747"/>
                  </a:moveTo>
                  <a:lnTo>
                    <a:pt x="98131" y="302747"/>
                  </a:lnTo>
                  <a:moveTo>
                    <a:pt x="251245" y="219231"/>
                  </a:moveTo>
                  <a:lnTo>
                    <a:pt x="281868" y="219231"/>
                  </a:lnTo>
                  <a:cubicBezTo>
                    <a:pt x="305531" y="219231"/>
                    <a:pt x="323626" y="237326"/>
                    <a:pt x="323626" y="260989"/>
                  </a:cubicBezTo>
                  <a:lnTo>
                    <a:pt x="323626" y="281868"/>
                  </a:lnTo>
                  <a:cubicBezTo>
                    <a:pt x="323626" y="293004"/>
                    <a:pt x="313883" y="302747"/>
                    <a:pt x="302747" y="302747"/>
                  </a:cubicBezTo>
                  <a:lnTo>
                    <a:pt x="262381" y="302747"/>
                  </a:lnTo>
                  <a:moveTo>
                    <a:pt x="56373" y="302747"/>
                  </a:moveTo>
                  <a:lnTo>
                    <a:pt x="31318" y="302747"/>
                  </a:lnTo>
                  <a:cubicBezTo>
                    <a:pt x="20183" y="302747"/>
                    <a:pt x="10439" y="293004"/>
                    <a:pt x="10439" y="281868"/>
                  </a:cubicBezTo>
                  <a:lnTo>
                    <a:pt x="10439" y="260989"/>
                  </a:lnTo>
                  <a:cubicBezTo>
                    <a:pt x="10439" y="237326"/>
                    <a:pt x="28534" y="219231"/>
                    <a:pt x="52197" y="219231"/>
                  </a:cubicBezTo>
                  <a:moveTo>
                    <a:pt x="251245" y="219231"/>
                  </a:moveTo>
                  <a:lnTo>
                    <a:pt x="52252" y="219231"/>
                  </a:lnTo>
                  <a:moveTo>
                    <a:pt x="0" y="0"/>
                  </a:moveTo>
                  <a:moveTo>
                    <a:pt x="99524" y="219231"/>
                  </a:moveTo>
                  <a:lnTo>
                    <a:pt x="124579" y="167729"/>
                  </a:lnTo>
                  <a:cubicBezTo>
                    <a:pt x="128754" y="160769"/>
                    <a:pt x="135714" y="156593"/>
                    <a:pt x="142674" y="156593"/>
                  </a:cubicBezTo>
                  <a:lnTo>
                    <a:pt x="216447" y="156593"/>
                  </a:lnTo>
                  <a:cubicBezTo>
                    <a:pt x="224798" y="156593"/>
                    <a:pt x="231758" y="160769"/>
                    <a:pt x="234542" y="167729"/>
                  </a:cubicBezTo>
                  <a:lnTo>
                    <a:pt x="259597" y="219231"/>
                  </a:lnTo>
                  <a:moveTo>
                    <a:pt x="284159" y="24359"/>
                  </a:moveTo>
                  <a:cubicBezTo>
                    <a:pt x="283243" y="21765"/>
                    <a:pt x="281829" y="19407"/>
                    <a:pt x="280032" y="17399"/>
                  </a:cubicBezTo>
                  <a:cubicBezTo>
                    <a:pt x="276208" y="13127"/>
                    <a:pt x="270652" y="10439"/>
                    <a:pt x="264469" y="10439"/>
                  </a:cubicBezTo>
                  <a:lnTo>
                    <a:pt x="248307" y="10439"/>
                  </a:lnTo>
                  <a:cubicBezTo>
                    <a:pt x="238015" y="10439"/>
                    <a:pt x="229670" y="18783"/>
                    <a:pt x="229670" y="29077"/>
                  </a:cubicBezTo>
                  <a:cubicBezTo>
                    <a:pt x="229670" y="37835"/>
                    <a:pt x="235768" y="45412"/>
                    <a:pt x="244325" y="47283"/>
                  </a:cubicBezTo>
                  <a:lnTo>
                    <a:pt x="268930" y="52666"/>
                  </a:lnTo>
                  <a:cubicBezTo>
                    <a:pt x="278516" y="54763"/>
                    <a:pt x="285348" y="63257"/>
                    <a:pt x="285348" y="73069"/>
                  </a:cubicBezTo>
                  <a:cubicBezTo>
                    <a:pt x="285348" y="84600"/>
                    <a:pt x="276000" y="93956"/>
                    <a:pt x="264469" y="93956"/>
                  </a:cubicBezTo>
                  <a:lnTo>
                    <a:pt x="250549" y="93956"/>
                  </a:lnTo>
                  <a:cubicBezTo>
                    <a:pt x="241459" y="93956"/>
                    <a:pt x="233725" y="88146"/>
                    <a:pt x="230859" y="80036"/>
                  </a:cubicBezTo>
                  <a:moveTo>
                    <a:pt x="103207" y="24359"/>
                  </a:moveTo>
                  <a:cubicBezTo>
                    <a:pt x="102291" y="21765"/>
                    <a:pt x="100876" y="19407"/>
                    <a:pt x="99079" y="17399"/>
                  </a:cubicBezTo>
                  <a:cubicBezTo>
                    <a:pt x="95256" y="13127"/>
                    <a:pt x="89700" y="10439"/>
                    <a:pt x="83516" y="10439"/>
                  </a:cubicBezTo>
                  <a:lnTo>
                    <a:pt x="67355" y="10439"/>
                  </a:lnTo>
                  <a:cubicBezTo>
                    <a:pt x="57062" y="10439"/>
                    <a:pt x="48718" y="18783"/>
                    <a:pt x="48718" y="29077"/>
                  </a:cubicBezTo>
                  <a:cubicBezTo>
                    <a:pt x="48718" y="37835"/>
                    <a:pt x="54816" y="45412"/>
                    <a:pt x="63372" y="47283"/>
                  </a:cubicBezTo>
                  <a:lnTo>
                    <a:pt x="87978" y="52666"/>
                  </a:lnTo>
                  <a:cubicBezTo>
                    <a:pt x="97563" y="54763"/>
                    <a:pt x="104395" y="63257"/>
                    <a:pt x="104395" y="73069"/>
                  </a:cubicBezTo>
                  <a:cubicBezTo>
                    <a:pt x="104395" y="84600"/>
                    <a:pt x="95047" y="93956"/>
                    <a:pt x="83516" y="93956"/>
                  </a:cubicBezTo>
                  <a:lnTo>
                    <a:pt x="69597" y="93956"/>
                  </a:lnTo>
                  <a:cubicBezTo>
                    <a:pt x="60506" y="93956"/>
                    <a:pt x="52772" y="88146"/>
                    <a:pt x="49906" y="80036"/>
                  </a:cubicBezTo>
                  <a:moveTo>
                    <a:pt x="139194" y="31318"/>
                  </a:moveTo>
                  <a:lnTo>
                    <a:pt x="139194" y="73077"/>
                  </a:lnTo>
                  <a:cubicBezTo>
                    <a:pt x="139194" y="84608"/>
                    <a:pt x="148542" y="93956"/>
                    <a:pt x="160073" y="93956"/>
                  </a:cubicBezTo>
                  <a:lnTo>
                    <a:pt x="173992" y="93956"/>
                  </a:lnTo>
                  <a:cubicBezTo>
                    <a:pt x="185523" y="93956"/>
                    <a:pt x="194872" y="84608"/>
                    <a:pt x="194872" y="73077"/>
                  </a:cubicBezTo>
                  <a:lnTo>
                    <a:pt x="194872" y="31318"/>
                  </a:lnTo>
                  <a:cubicBezTo>
                    <a:pt x="194872" y="19787"/>
                    <a:pt x="185523" y="10439"/>
                    <a:pt x="173992" y="10439"/>
                  </a:cubicBezTo>
                  <a:lnTo>
                    <a:pt x="160073" y="10439"/>
                  </a:lnTo>
                  <a:cubicBezTo>
                    <a:pt x="148542" y="10439"/>
                    <a:pt x="139194" y="19787"/>
                    <a:pt x="139194" y="31318"/>
                  </a:cubicBezTo>
                  <a:close/>
                </a:path>
              </a:pathLst>
            </a:custGeom>
            <a:noFill/>
            <a:ln w="10439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 sz="2400">
                <a:latin typeface="Bahnschrift" panose="020B0502040204020203" pitchFamily="34" charset="0"/>
              </a:endParaRPr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63A82B3A-7BAE-9F8B-3496-AEB205001A10}"/>
              </a:ext>
            </a:extLst>
          </p:cNvPr>
          <p:cNvSpPr txBox="1"/>
          <p:nvPr/>
        </p:nvSpPr>
        <p:spPr>
          <a:xfrm>
            <a:off x="1641988" y="5577522"/>
            <a:ext cx="3510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Five-Year Projected Impact of the System</a:t>
            </a:r>
          </a:p>
        </p:txBody>
      </p:sp>
      <p:sp>
        <p:nvSpPr>
          <p:cNvPr id="216" name="Arrow: Right 215">
            <a:extLst>
              <a:ext uri="{FF2B5EF4-FFF2-40B4-BE49-F238E27FC236}">
                <a16:creationId xmlns:a16="http://schemas.microsoft.com/office/drawing/2014/main" id="{D1769190-EEFE-BF7E-7116-A3EFA24EA45A}"/>
              </a:ext>
            </a:extLst>
          </p:cNvPr>
          <p:cNvSpPr/>
          <p:nvPr/>
        </p:nvSpPr>
        <p:spPr>
          <a:xfrm>
            <a:off x="8339389" y="2930012"/>
            <a:ext cx="1314251" cy="589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ahnschrift" panose="020B0502040204020203" pitchFamily="34" charset="0"/>
              </a:rPr>
              <a:t>Impacts and benefits</a:t>
            </a:r>
          </a:p>
        </p:txBody>
      </p:sp>
      <p:sp>
        <p:nvSpPr>
          <p:cNvPr id="220" name="Arrow: Left 219">
            <a:extLst>
              <a:ext uri="{FF2B5EF4-FFF2-40B4-BE49-F238E27FC236}">
                <a16:creationId xmlns:a16="http://schemas.microsoft.com/office/drawing/2014/main" id="{78B495DE-8746-97A0-0D86-BF21DF09E752}"/>
              </a:ext>
            </a:extLst>
          </p:cNvPr>
          <p:cNvSpPr/>
          <p:nvPr/>
        </p:nvSpPr>
        <p:spPr>
          <a:xfrm>
            <a:off x="8280397" y="4306529"/>
            <a:ext cx="1314251" cy="58993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ahnschrift" panose="020B0502040204020203" pitchFamily="34" charset="0"/>
              </a:rPr>
              <a:t>Core features</a:t>
            </a:r>
          </a:p>
        </p:txBody>
      </p:sp>
    </p:spTree>
    <p:extLst>
      <p:ext uri="{BB962C8B-B14F-4D97-AF65-F5344CB8AC3E}">
        <p14:creationId xmlns:p14="http://schemas.microsoft.com/office/powerpoint/2010/main" val="1848178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Bahnschrift" panose="020B0502040204020203" pitchFamily="34" charset="0"/>
                <a:sym typeface="Oswald"/>
              </a:rPr>
              <a:t>@SIH Idea submission- Template</a:t>
            </a:r>
            <a:endParaRPr sz="1200" b="0" i="0" u="none" strike="noStrike" cap="none" dirty="0">
              <a:solidFill>
                <a:srgbClr val="FFFFFF"/>
              </a:solidFill>
              <a:latin typeface="Bahnschrift" panose="020B0502040204020203" pitchFamily="34" charset="0"/>
              <a:sym typeface="Oswald"/>
            </a:endParaRPr>
          </a:p>
        </p:txBody>
      </p:sp>
      <p:pic>
        <p:nvPicPr>
          <p:cNvPr id="158" name="Google Shape;158;p18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 descr="Your startup LOGO"/>
          <p:cNvSpPr/>
          <p:nvPr/>
        </p:nvSpPr>
        <p:spPr>
          <a:xfrm>
            <a:off x="329775" y="252250"/>
            <a:ext cx="16461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Stakelock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EB00B-9B54-7CEE-3562-4DAF82612AB6}"/>
              </a:ext>
            </a:extLst>
          </p:cNvPr>
          <p:cNvSpPr txBox="1"/>
          <p:nvPr/>
        </p:nvSpPr>
        <p:spPr>
          <a:xfrm>
            <a:off x="1052050" y="1302179"/>
            <a:ext cx="10294376" cy="40010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[1] C. He and C. Hua, “A blockchain-based framework for smart tourism,” 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Journal of Computer and Communications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vol. 11, no. 7, pp. 118–139, Jul. 2023. </a:t>
            </a:r>
            <a:r>
              <a:rPr lang="en-US" sz="1400" b="0" i="0" u="sng" strike="noStrike" dirty="0">
                <a:solidFill>
                  <a:srgbClr val="0000FF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  <a:hlinkClick r:id="rId4"/>
              </a:rPr>
              <a:t>doi:10.4236/jcc.2023.117008 </a:t>
            </a:r>
            <a:endParaRPr lang="en-US" b="0" dirty="0">
              <a:effectLst/>
              <a:latin typeface="+mj-lt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[2] A. Bajwa, “AI-based emergency response systems: A systematic literature review on smart infrastructure safety,” 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American Journal of Advanced Technology and Engineering Solutions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vol. 1, no. 1, pp. 174–200, Mar. 2025. </a:t>
            </a:r>
            <a:r>
              <a:rPr lang="en-US" sz="1400" b="0" i="0" u="sng" strike="noStrike" dirty="0">
                <a:solidFill>
                  <a:srgbClr val="0000FF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  <a:hlinkClick r:id="rId5"/>
              </a:rPr>
              <a:t>doi:10.63125/xcxwpv34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  </a:t>
            </a:r>
            <a:endParaRPr lang="en-US" b="0" dirty="0">
              <a:effectLst/>
              <a:latin typeface="+mj-lt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[3] P. Priyadarshini 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et al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., “Smart geo fencing,” 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International Journal for Research and Progress (IJRPR)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Jun. 2025.</a:t>
            </a:r>
            <a:r>
              <a:rPr lang="en-US" sz="1400" b="0" i="0" u="sng" strike="noStrike" dirty="0">
                <a:solidFill>
                  <a:srgbClr val="0000FF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  <a:hlinkClick r:id="rId6"/>
              </a:rPr>
              <a:t>link</a:t>
            </a:r>
            <a:endParaRPr lang="en-US" b="0" dirty="0">
              <a:effectLst/>
              <a:latin typeface="+mj-lt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[4] N. P.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Caliston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 and G. C. Tabia, “Help me: An emergency response mobile application,” in 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Proc. ICITE 2021 Special Issue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2021.</a:t>
            </a:r>
            <a:r>
              <a:rPr lang="en-US" sz="1400" b="0" i="0" u="sng" strike="noStrike" dirty="0">
                <a:solidFill>
                  <a:srgbClr val="0000FF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  <a:hlinkClick r:id="rId7"/>
              </a:rPr>
              <a:t>link</a:t>
            </a:r>
            <a:endParaRPr lang="en-US" b="0" dirty="0">
              <a:effectLst/>
              <a:latin typeface="+mj-lt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[5] N. Nithya 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et al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., “Real-time alert system based on crime area mapping,” 2025.</a:t>
            </a:r>
            <a:r>
              <a:rPr lang="en-US" sz="1400" b="0" i="0" u="sng" strike="noStrike" dirty="0">
                <a:solidFill>
                  <a:srgbClr val="0000FF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  <a:hlinkClick r:id="rId8"/>
              </a:rPr>
              <a:t>doi: 10.17148/IJARCCE.2025.14496</a:t>
            </a:r>
            <a:endParaRPr lang="en-US" b="0" dirty="0">
              <a:effectLst/>
              <a:latin typeface="+mj-lt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[6] A.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Antoneth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et al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., “The role of technology in enhancing tourist safety and security: Challenges and opportunities,” 2025.</a:t>
            </a:r>
            <a:r>
              <a:rPr lang="en-US" sz="1400" b="0" i="0" u="sng" strike="noStrike" dirty="0">
                <a:solidFill>
                  <a:srgbClr val="0000FF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  <a:hlinkClick r:id="rId9"/>
              </a:rPr>
              <a:t>doi: https://dx.doi.org/10.47772/IJRISS.2025.914MG0094</a:t>
            </a:r>
            <a:br>
              <a:rPr lang="en-US" b="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</a:br>
            <a:endParaRPr lang="en-US" dirty="0">
              <a:latin typeface="+mj-lt"/>
              <a:ea typeface="Yu Gothic" panose="020B0400000000000000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1058</Words>
  <Application>Microsoft Office PowerPoint</Application>
  <PresentationFormat>Widescreen</PresentationFormat>
  <Paragraphs>168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Bahnschrift</vt:lpstr>
      <vt:lpstr>Oswald</vt:lpstr>
      <vt:lpstr>Arial</vt:lpstr>
      <vt:lpstr>Times New Roman</vt:lpstr>
      <vt:lpstr>Roboto</vt:lpstr>
      <vt:lpstr>Calibri</vt:lpstr>
      <vt:lpstr>Office Theme</vt:lpstr>
      <vt:lpstr>SMART INDIA HACKATHON 2025</vt:lpstr>
      <vt:lpstr>Samrakshanartham – Smart Tourist Safety,  Identity &amp; Incident Response Platform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Jinitangsu Das</dc:creator>
  <cp:lastModifiedBy>Jinitangsu Das</cp:lastModifiedBy>
  <cp:revision>8</cp:revision>
  <dcterms:modified xsi:type="dcterms:W3CDTF">2025-09-17T19:34:50Z</dcterms:modified>
</cp:coreProperties>
</file>