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40222" cy="10211273"/>
          </a:xfrm>
          <a:custGeom>
            <a:avLst/>
            <a:gdLst/>
            <a:ahLst/>
            <a:cxnLst/>
            <a:rect r="r" b="b" t="t" l="l"/>
            <a:pathLst>
              <a:path h="10211273" w="18440222">
                <a:moveTo>
                  <a:pt x="0" y="0"/>
                </a:moveTo>
                <a:lnTo>
                  <a:pt x="18440222" y="0"/>
                </a:lnTo>
                <a:lnTo>
                  <a:pt x="18440222" y="10211273"/>
                </a:lnTo>
                <a:lnTo>
                  <a:pt x="0" y="10211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012680"/>
          </a:xfrm>
          <a:custGeom>
            <a:avLst/>
            <a:gdLst/>
            <a:ahLst/>
            <a:cxnLst/>
            <a:rect r="r" b="b" t="t" l="l"/>
            <a:pathLst>
              <a:path h="10012680" w="18288000">
                <a:moveTo>
                  <a:pt x="0" y="0"/>
                </a:moveTo>
                <a:lnTo>
                  <a:pt x="18288000" y="0"/>
                </a:lnTo>
                <a:lnTo>
                  <a:pt x="18288000" y="10012680"/>
                </a:lnTo>
                <a:lnTo>
                  <a:pt x="0" y="10012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828800"/>
          </a:xfrm>
          <a:custGeom>
            <a:avLst/>
            <a:gdLst/>
            <a:ahLst/>
            <a:cxnLst/>
            <a:rect r="r" b="b" t="t" l="l"/>
            <a:pathLst>
              <a:path h="1828800" w="18288000">
                <a:moveTo>
                  <a:pt x="0" y="0"/>
                </a:moveTo>
                <a:lnTo>
                  <a:pt x="18288000" y="0"/>
                </a:lnTo>
                <a:lnTo>
                  <a:pt x="182880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72703" y="1196509"/>
            <a:ext cx="12672761" cy="9234673"/>
          </a:xfrm>
          <a:custGeom>
            <a:avLst/>
            <a:gdLst/>
            <a:ahLst/>
            <a:cxnLst/>
            <a:rect r="r" b="b" t="t" l="l"/>
            <a:pathLst>
              <a:path h="9234673" w="12672761">
                <a:moveTo>
                  <a:pt x="0" y="0"/>
                </a:moveTo>
                <a:lnTo>
                  <a:pt x="12672761" y="0"/>
                </a:lnTo>
                <a:lnTo>
                  <a:pt x="12672761" y="9234673"/>
                </a:lnTo>
                <a:lnTo>
                  <a:pt x="0" y="9234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DAG0VtAU9ek</dc:identifier>
  <dcterms:modified xsi:type="dcterms:W3CDTF">2011-08-01T06:04:30Z</dcterms:modified>
  <cp:revision>1</cp:revision>
  <dc:title>SIH Team 53</dc:title>
</cp:coreProperties>
</file>